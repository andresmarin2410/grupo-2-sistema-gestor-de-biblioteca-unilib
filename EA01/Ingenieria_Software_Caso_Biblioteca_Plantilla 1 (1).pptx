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12192000"/>
  <p:notesSz cx="6858000" cy="9144000"/>
  <p:embeddedFontLst>
    <p:embeddedFont>
      <p:font typeface="Oswald SemiBold"/>
      <p:regular r:id="rId26"/>
      <p:bold r:id="rId27"/>
    </p:embeddedFont>
    <p:embeddedFont>
      <p:font typeface="Helvetica Neue"/>
      <p:regular r:id="rId28"/>
      <p:bold r:id="rId29"/>
      <p:italic r:id="rId30"/>
      <p:boldItalic r:id="rId31"/>
    </p:embeddedFont>
    <p:embeddedFont>
      <p:font typeface="Open Sans Light"/>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hi5yli/c5UE4hkSMblmXGDENXd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5C3EE8A-8E82-421A-A9E0-3C8A1A4B3DE0}">
  <a:tblStyle styleId="{35C3EE8A-8E82-421A-A9E0-3C8A1A4B3DE0}" styleName="Table_0">
    <a:wholeTbl>
      <a:tcTxStyle b="off" i="off">
        <a:font>
          <a:latin typeface="Avenir Next LT Pro"/>
          <a:ea typeface="Avenir Next LT Pro"/>
          <a:cs typeface="Avenir Next LT Pro"/>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dk1">
              <a:alpha val="20000"/>
            </a:schemeClr>
          </a:solidFill>
        </a:fill>
      </a:tcStyle>
    </a:band1H>
    <a:band2H>
      <a:tcTxStyle/>
    </a:band2H>
    <a:band1V>
      <a:tcTxStyle/>
      <a:tcStyle>
        <a:fill>
          <a:solidFill>
            <a:schemeClr val="dk1">
              <a:alpha val="20000"/>
            </a:schemeClr>
          </a:solidFill>
        </a:fill>
      </a:tcStyle>
    </a:band1V>
    <a:band2V>
      <a:tcTxStyle/>
    </a:band2V>
    <a:lastCol>
      <a:tcTxStyle b="on" i="off"/>
    </a:lastCol>
    <a:firstCol>
      <a:tcTxStyle b="on" i="off"/>
    </a:firstCol>
    <a:lastRow>
      <a:tcTxStyle b="on" i="off"/>
      <a:tcStyle>
        <a:tcBdr>
          <a:top>
            <a:ln cap="flat" cmpd="sng" w="12700">
              <a:solidFill>
                <a:schemeClr val="dk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dk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boldItalic.fntdata"/><Relationship Id="rId30" Type="http://schemas.openxmlformats.org/officeDocument/2006/relationships/font" Target="fonts/HelveticaNeue-italic.fntdata"/><Relationship Id="rId33" Type="http://schemas.openxmlformats.org/officeDocument/2006/relationships/font" Target="fonts/OpenSansLight-bold.fntdata"/><Relationship Id="rId32" Type="http://schemas.openxmlformats.org/officeDocument/2006/relationships/font" Target="fonts/OpenSansLight-regular.fntdata"/><Relationship Id="rId35" Type="http://schemas.openxmlformats.org/officeDocument/2006/relationships/font" Target="fonts/OpenSansLight-boldItalic.fntdata"/><Relationship Id="rId34" Type="http://schemas.openxmlformats.org/officeDocument/2006/relationships/font" Target="fonts/OpenSansLight-italic.fntdata"/><Relationship Id="rId36"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font" Target="fonts/OswaldSemiBold-regular.fntdata"/><Relationship Id="rId25" Type="http://schemas.openxmlformats.org/officeDocument/2006/relationships/slide" Target="slides/slide19.xml"/><Relationship Id="rId28" Type="http://schemas.openxmlformats.org/officeDocument/2006/relationships/font" Target="fonts/HelveticaNeue-regular.fntdata"/><Relationship Id="rId27" Type="http://schemas.openxmlformats.org/officeDocument/2006/relationships/font" Target="fonts/OswaldSemiBold-bold.fntdata"/><Relationship Id="rId29" Type="http://schemas.openxmlformats.org/officeDocument/2006/relationships/font" Target="fonts/HelveticaNeue-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3" name="Google Shape;653;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contenido generado por IA puede ser incorrecto.</a:t>
            </a:r>
            <a:br>
              <a:rPr lang="en-US"/>
            </a:br>
            <a:br>
              <a:rPr lang="en-US"/>
            </a:br>
            <a:r>
              <a:rPr lang="en-US"/>
              <a:t>---</a:t>
            </a:r>
            <a:br>
              <a:rPr lang="en-US"/>
            </a:br>
            <a:br>
              <a:rPr lang="en-US"/>
            </a:br>
            <a:br>
              <a:rPr lang="en-US"/>
            </a:br>
            <a:endParaRPr/>
          </a:p>
        </p:txBody>
      </p:sp>
      <p:sp>
        <p:nvSpPr>
          <p:cNvPr id="654" name="Google Shape;654;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7" name="Google Shape;67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9763c0eb6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3" name="Google Shape;683;g39763c0eb6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9" name="Google Shape;68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6" name="Google Shape;70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7" name="Google Shape;70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La selección de la metodología de desarrollo es una decisión clave que debe estar alineada con las características del proyecto y el contexto académico. En esta diapositiva, los estudiantes deben indicar explícitamente la metodología elegida para el desarrollo del Caso Biblioteca, como Cascada, Scrum, XP o RUP. No basta con nombrarla, sino que es fundamental justificar brevemente su elección. Por ejemplo, una metodología en cascada puede ser adecuada para un proyecto académico de alcance acotado y requisitos relativamente estables, ya que permite avanzar de forma ordenada por etapas bien definidas. Por otro lado, Scrum puede justificarse si se busca fomentar el trabajo iterativo, la retroalimentación constante y la adaptación a cambios durante el desarrollo. La justificación debe considerar aspectos como el tamaño del sistema, la experiencia del equipo, la claridad de los requisitos y el tiempo disponible. Desde una perspectiva formativa, esta reflexión demuestra comprensión de los modelos de desarrollo de software y su aplicación práctica. Además, contribuye al criterio de claridad y estructura exigido por la rúbrica. Visualmente, la diapositiva debe mantener un diseño simple, con viñetas claras y espacios editables para que los estudiantes personalicen la información según su proyecto. En conclusión, la correcta elección y justificación de la metodología refuerza la coherencia de la propuesta y evidencia una toma de decisiones fundamentada.</a:t>
            </a:r>
            <a:endParaRPr/>
          </a:p>
        </p:txBody>
      </p:sp>
      <p:sp>
        <p:nvSpPr>
          <p:cNvPr id="717" name="Google Shape;71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6" name="Google Shape;72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976368694b_0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3" name="Google Shape;733;g3976368694b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976368694b_0_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0" name="Google Shape;740;g3976368694b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976368694b_0_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7" name="Google Shape;747;g3976368694b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976368694b_0_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4" name="Google Shape;754;g3976368694b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 name="Google Shape;76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Los requerimientos no funcionales establecen los criterios de calidad que el sistema debe cumplir y complementan a los requerimientos funcionales. En el Caso Biblioteca, esta diapositiva debe abordar dimensiones clave como usabilidad, accesibilidad, seguridad, rendimiento y disponibilidad. En términos de usabilidad, se recomienda hacer referencia a normas de calidad como ISO/IEC 25010, destacando aspectos como facilidad de aprendizaje, claridad de la interfaz y consistencia visual. En cuanto a accesibilidad, es especialmente valorado considerar las pautas WCAG, asegurando que el sistema pueda ser utilizado por personas con distintas capacidades, por ejemplo mediante contraste adecuado de colores y navegación clara. Otros requerimientos no funcionales relevantes incluyen la seguridad de la información, garantizando el acceso controlado a los datos; la disponibilidad del sistema, asegurando su correcto funcionamiento en horarios definidos; el tiempo de respuesta, que impacta directamente en la experiencia del usuario; y el respaldo de la información, fundamental para evitar pérdidas de datos. Desde una perspectiva académica, la inclusión de estos criterios demuestra una visión integral del software, más allá de sus funcionalidades básicas. Además, refuerza el análisis y la calidad de la propuesta, alineándose con los criterios de la rúbrica. Un sistema que cumple adecuadamente sus requerimientos no funcionales genera mayor confianza y valor para la organización.</a:t>
            </a:r>
            <a:endParaRPr/>
          </a:p>
        </p:txBody>
      </p:sp>
      <p:sp>
        <p:nvSpPr>
          <p:cNvPr id="762" name="Google Shape;76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 name="Google Shape;77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 importante situar al software en el contexto en el que será desarrollado. Esta parte del trabajo trazar la interacción de otros sistemas y usuarios con nuestro producto.</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En el diagrama de contexto, nuestro sistema estará al centro, y alrededor los sistemas o usuarios que interactúan con él, unidos mediante flechas.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Este diagrama nos ayuda a </a:t>
            </a:r>
            <a:r>
              <a:rPr b="1" lang="en-US" sz="1200"/>
              <a:t>descubrir funciones e integraciones </a:t>
            </a:r>
            <a:r>
              <a:rPr lang="en-US" sz="1200"/>
              <a:t>que tendremos que desarrollar para definir el sistema</a:t>
            </a:r>
            <a:endParaRPr/>
          </a:p>
          <a:p>
            <a:pPr indent="0" lvl="0" marL="0" rtl="0" algn="l">
              <a:spcBef>
                <a:spcPts val="0"/>
              </a:spcBef>
              <a:spcAft>
                <a:spcPts val="0"/>
              </a:spcAft>
              <a:buNone/>
            </a:pPr>
            <a:r>
              <a:t/>
            </a:r>
            <a:endParaRPr/>
          </a:p>
        </p:txBody>
      </p:sp>
      <p:sp>
        <p:nvSpPr>
          <p:cNvPr id="772" name="Google Shape;77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La sección de mejoras y lecciones aprendidas invita a una reflexión crítica sobre la propuesta y el proceso de análisis realizado. En el Caso Biblioteca, los estudiantes deben proponer acciones concretas orientadas a asegurar la calidad del sistema, como la validación de datos para evitar errores de ingreso, la implementación de respaldos automáticos para proteger la información, o la mejora de la accesibilidad para incluir a más usuarios. También se pueden mencionar optimizaciones de tiempo de respuesta o mecanismos de trazabilidad de los préstamos, que aportan valor a la gestión del negocio. Es importante no solo listar las mejoras, sino argumentar su beneficio, explicando cómo contribuyen a una operación más eficiente, segura y confiable de la biblioteca. Desde una perspectiva formativa, esta diapositiva demuestra capacidad de análisis crítico, aprendizaje a partir del caso y comprensión del impacto del software en un contexto real. Además, refuerza la alineación con la rúbrica, particularmente en los criterios de análisis y calidad de la propuesta. Visualmente, se recomienda mantener viñetas claras y espacios editables, permitiendo a los estudiantes adaptar el contenido a su propio proyecto. Esta reflexión final antes de la conclusión aporta madurez académica al trabajo presentado.</a:t>
            </a:r>
            <a:endParaRPr/>
          </a:p>
        </p:txBody>
      </p:sp>
      <p:sp>
        <p:nvSpPr>
          <p:cNvPr id="780" name="Google Shape;78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La conclusión sintetiza los principales aspectos abordados en la presentación y refuerza los aprendizajes obtenidos. En el Caso Biblioteca, esta diapositiva debe destacar los hallazgos más relevantes del análisis, como la importancia de comprender el problema, definir correctamente el alcance y levantar requerimientos claros y bien estructurados. También se debe enfatizar la relación directa entre una correcta definición de requisitos y el éxito del proyecto de software, ya que estos sirven como base para el diseño, desarrollo y validación del sistema. Asimismo, es pertinente resaltar el aporte del sistema propuesto al negocio de la biblioteca, en términos de eficiencia operativa, mejor control de la información y mejora en la atención a los usuarios. Desde el punto de vista académico, una buena conclusión demuestra coherencia, capacidad de síntesis y claridad conceptual, cerrando adecuadamente la presentación. Esta diapositiva contribuye a dejar una impresión final positiva, alineada con los criterios de presentación y estructura de la rúbrica. En definitiva, la conclusión no solo resume el trabajo realizado, sino que refuerza la relevancia de la Ingeniería de Software como disciplina para resolver problemas reales de manera sistemática y profesional.</a:t>
            </a:r>
            <a:endParaRPr/>
          </a:p>
        </p:txBody>
      </p:sp>
      <p:sp>
        <p:nvSpPr>
          <p:cNvPr id="790" name="Google Shape;79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9" name="Google Shape;79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1">
  <p:cSld name="INTERIOR 1">
    <p:spTree>
      <p:nvGrpSpPr>
        <p:cNvPr id="15" name="Shape 15"/>
        <p:cNvGrpSpPr/>
        <p:nvPr/>
      </p:nvGrpSpPr>
      <p:grpSpPr>
        <a:xfrm>
          <a:off x="0" y="0"/>
          <a:ext cx="0" cy="0"/>
          <a:chOff x="0" y="0"/>
          <a:chExt cx="0" cy="0"/>
        </a:xfrm>
      </p:grpSpPr>
      <p:sp>
        <p:nvSpPr>
          <p:cNvPr id="16" name="Google Shape;16;p17"/>
          <p:cNvSpPr txBox="1"/>
          <p:nvPr>
            <p:ph idx="1" type="body"/>
          </p:nvPr>
        </p:nvSpPr>
        <p:spPr>
          <a:xfrm>
            <a:off x="654685" y="551041"/>
            <a:ext cx="4916775" cy="469685"/>
          </a:xfrm>
          <a:prstGeom prst="rect">
            <a:avLst/>
          </a:prstGeom>
          <a:noFill/>
          <a:ln>
            <a:noFill/>
          </a:ln>
        </p:spPr>
        <p:txBody>
          <a:bodyPr anchorCtr="0" anchor="t" bIns="45700" lIns="91425" spcFirstLastPara="1" rIns="91425" wrap="square" tIns="45700">
            <a:noAutofit/>
          </a:bodyPr>
          <a:lstStyle>
            <a:lvl1pPr indent="-431800" lvl="0" marL="457200" algn="l">
              <a:lnSpc>
                <a:spcPct val="110000"/>
              </a:lnSpc>
              <a:spcBef>
                <a:spcPts val="1000"/>
              </a:spcBef>
              <a:spcAft>
                <a:spcPts val="0"/>
              </a:spcAft>
              <a:buClr>
                <a:schemeClr val="dk1"/>
              </a:buClr>
              <a:buSzPts val="3200"/>
              <a:buChar char="•"/>
              <a:defRPr b="1" sz="3200">
                <a:solidFill>
                  <a:schemeClr val="dk1"/>
                </a:solidFill>
                <a:latin typeface="Arial"/>
                <a:ea typeface="Arial"/>
                <a:cs typeface="Arial"/>
                <a:sym typeface="Arial"/>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17"/>
          <p:cNvSpPr txBox="1"/>
          <p:nvPr>
            <p:ph idx="2" type="body"/>
          </p:nvPr>
        </p:nvSpPr>
        <p:spPr>
          <a:xfrm>
            <a:off x="640715" y="1137571"/>
            <a:ext cx="4930746" cy="553006"/>
          </a:xfrm>
          <a:prstGeom prst="rect">
            <a:avLst/>
          </a:prstGeom>
          <a:noFill/>
          <a:ln>
            <a:noFill/>
          </a:ln>
        </p:spPr>
        <p:txBody>
          <a:bodyPr anchorCtr="0" anchor="t" bIns="45700" lIns="91425" spcFirstLastPara="1" rIns="91425" wrap="square" tIns="45700">
            <a:normAutofit/>
          </a:bodyPr>
          <a:lstStyle>
            <a:lvl1pPr indent="-317500" lvl="0" marL="457200" algn="l">
              <a:lnSpc>
                <a:spcPct val="110000"/>
              </a:lnSpc>
              <a:spcBef>
                <a:spcPts val="1000"/>
              </a:spcBef>
              <a:spcAft>
                <a:spcPts val="0"/>
              </a:spcAft>
              <a:buClr>
                <a:schemeClr val="dk1"/>
              </a:buClr>
              <a:buSzPts val="1400"/>
              <a:buChar char="•"/>
              <a:defRPr sz="1400">
                <a:latin typeface="Arial"/>
                <a:ea typeface="Arial"/>
                <a:cs typeface="Arial"/>
                <a:sym typeface="Arial"/>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17"/>
          <p:cNvSpPr/>
          <p:nvPr/>
        </p:nvSpPr>
        <p:spPr>
          <a:xfrm>
            <a:off x="0" y="0"/>
            <a:ext cx="552893" cy="552893"/>
          </a:xfrm>
          <a:prstGeom prst="rect">
            <a:avLst/>
          </a:prstGeom>
          <a:solidFill>
            <a:srgbClr val="4E7C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9" name="Google Shape;19;p17"/>
          <p:cNvGrpSpPr/>
          <p:nvPr/>
        </p:nvGrpSpPr>
        <p:grpSpPr>
          <a:xfrm>
            <a:off x="10559057" y="6273209"/>
            <a:ext cx="1405046" cy="320981"/>
            <a:chOff x="8941676" y="5879067"/>
            <a:chExt cx="2618358" cy="598161"/>
          </a:xfrm>
        </p:grpSpPr>
        <p:sp>
          <p:nvSpPr>
            <p:cNvPr id="20" name="Google Shape;20;p17"/>
            <p:cNvSpPr/>
            <p:nvPr/>
          </p:nvSpPr>
          <p:spPr>
            <a:xfrm>
              <a:off x="8941676" y="5949980"/>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1" name="Google Shape;21;p17"/>
            <p:cNvSpPr/>
            <p:nvPr/>
          </p:nvSpPr>
          <p:spPr>
            <a:xfrm>
              <a:off x="10672317" y="5994129"/>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grpSp>
          <p:nvGrpSpPr>
            <p:cNvPr id="22" name="Google Shape;22;p17"/>
            <p:cNvGrpSpPr/>
            <p:nvPr/>
          </p:nvGrpSpPr>
          <p:grpSpPr>
            <a:xfrm>
              <a:off x="11114331" y="5879067"/>
              <a:ext cx="445703" cy="598161"/>
              <a:chOff x="18406074" y="10234089"/>
              <a:chExt cx="445703" cy="598161"/>
            </a:xfrm>
          </p:grpSpPr>
          <p:sp>
            <p:nvSpPr>
              <p:cNvPr id="23" name="Google Shape;23;p17"/>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pic>
            <p:nvPicPr>
              <p:cNvPr id="24" name="Google Shape;24;p17"/>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grpSp>
      <p:pic>
        <p:nvPicPr>
          <p:cNvPr id="25" name="Google Shape;25;p17"/>
          <p:cNvPicPr preferRelativeResize="0"/>
          <p:nvPr/>
        </p:nvPicPr>
        <p:blipFill rotWithShape="1">
          <a:blip r:embed="rId3">
            <a:alphaModFix/>
          </a:blip>
          <a:srcRect b="0" l="0" r="0" t="0"/>
          <a:stretch/>
        </p:blipFill>
        <p:spPr>
          <a:xfrm rot="5400000">
            <a:off x="2714468" y="4342374"/>
            <a:ext cx="119408" cy="423897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principal">
  <p:cSld name="PORTADA principal">
    <p:bg>
      <p:bgPr>
        <a:blipFill>
          <a:blip r:embed="rId2">
            <a:alphaModFix/>
          </a:blip>
          <a:stretch>
            <a:fillRect/>
          </a:stretch>
        </a:blipFill>
      </p:bgPr>
    </p:bg>
    <p:spTree>
      <p:nvGrpSpPr>
        <p:cNvPr id="26" name="Shape 26"/>
        <p:cNvGrpSpPr/>
        <p:nvPr/>
      </p:nvGrpSpPr>
      <p:grpSpPr>
        <a:xfrm>
          <a:off x="0" y="0"/>
          <a:ext cx="0" cy="0"/>
          <a:chOff x="0" y="0"/>
          <a:chExt cx="0" cy="0"/>
        </a:xfrm>
      </p:grpSpPr>
      <p:pic>
        <p:nvPicPr>
          <p:cNvPr id="27" name="Google Shape;27;p20"/>
          <p:cNvPicPr preferRelativeResize="0"/>
          <p:nvPr/>
        </p:nvPicPr>
        <p:blipFill rotWithShape="1">
          <a:blip r:embed="rId3">
            <a:alphaModFix/>
          </a:blip>
          <a:srcRect b="0" l="0" r="0" t="0"/>
          <a:stretch/>
        </p:blipFill>
        <p:spPr>
          <a:xfrm>
            <a:off x="11859053" y="1796807"/>
            <a:ext cx="70965" cy="3264387"/>
          </a:xfrm>
          <a:prstGeom prst="rect">
            <a:avLst/>
          </a:prstGeom>
          <a:noFill/>
          <a:ln>
            <a:noFill/>
          </a:ln>
        </p:spPr>
      </p:pic>
      <p:sp>
        <p:nvSpPr>
          <p:cNvPr id="28" name="Google Shape;28;p20"/>
          <p:cNvSpPr/>
          <p:nvPr/>
        </p:nvSpPr>
        <p:spPr>
          <a:xfrm>
            <a:off x="5944993" y="616688"/>
            <a:ext cx="5674686" cy="5667154"/>
          </a:xfrm>
          <a:prstGeom prst="rect">
            <a:avLst/>
          </a:prstGeom>
          <a:solidFill>
            <a:srgbClr val="4E7C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29" name="Google Shape;29;p20"/>
          <p:cNvSpPr/>
          <p:nvPr/>
        </p:nvSpPr>
        <p:spPr>
          <a:xfrm>
            <a:off x="6398549" y="2788646"/>
            <a:ext cx="294796" cy="2947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1">
              <a:solidFill>
                <a:schemeClr val="lt1"/>
              </a:solidFill>
              <a:latin typeface="Avenir"/>
              <a:ea typeface="Avenir"/>
              <a:cs typeface="Avenir"/>
              <a:sym typeface="Avenir"/>
            </a:endParaRPr>
          </a:p>
        </p:txBody>
      </p:sp>
      <p:cxnSp>
        <p:nvCxnSpPr>
          <p:cNvPr id="30" name="Google Shape;30;p20"/>
          <p:cNvCxnSpPr/>
          <p:nvPr/>
        </p:nvCxnSpPr>
        <p:spPr>
          <a:xfrm>
            <a:off x="6996223" y="4106486"/>
            <a:ext cx="4114800" cy="0"/>
          </a:xfrm>
          <a:prstGeom prst="straightConnector1">
            <a:avLst/>
          </a:prstGeom>
          <a:noFill/>
          <a:ln cap="flat" cmpd="sng" w="12700">
            <a:solidFill>
              <a:schemeClr val="lt1"/>
            </a:solidFill>
            <a:prstDash val="solid"/>
            <a:miter lim="800000"/>
            <a:headEnd len="sm" w="sm" type="none"/>
            <a:tailEnd len="sm" w="sm" type="none"/>
          </a:ln>
        </p:spPr>
      </p:cxnSp>
      <p:sp>
        <p:nvSpPr>
          <p:cNvPr id="31" name="Google Shape;31;p20"/>
          <p:cNvSpPr txBox="1"/>
          <p:nvPr>
            <p:ph type="title"/>
          </p:nvPr>
        </p:nvSpPr>
        <p:spPr>
          <a:xfrm>
            <a:off x="6915809" y="2601411"/>
            <a:ext cx="4377817" cy="13060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Arial"/>
              <a:buNone/>
              <a:defRPr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0"/>
          <p:cNvSpPr txBox="1"/>
          <p:nvPr>
            <p:ph idx="1" type="subTitle"/>
          </p:nvPr>
        </p:nvSpPr>
        <p:spPr>
          <a:xfrm>
            <a:off x="6937285" y="4305507"/>
            <a:ext cx="4356341" cy="614285"/>
          </a:xfrm>
          <a:prstGeom prst="rect">
            <a:avLst/>
          </a:prstGeom>
          <a:noFill/>
          <a:ln>
            <a:noFill/>
          </a:ln>
        </p:spPr>
        <p:txBody>
          <a:bodyPr anchorCtr="0" anchor="t" bIns="0" lIns="0" spcFirstLastPara="1" rIns="0" wrap="square" tIns="0">
            <a:spAutoFit/>
          </a:bodyPr>
          <a:lstStyle>
            <a:lvl1pPr lvl="0" algn="l">
              <a:lnSpc>
                <a:spcPct val="110000"/>
              </a:lnSpc>
              <a:spcBef>
                <a:spcPts val="1000"/>
              </a:spcBef>
              <a:spcAft>
                <a:spcPts val="0"/>
              </a:spcAft>
              <a:buClr>
                <a:schemeClr val="lt1"/>
              </a:buClr>
              <a:buSzPts val="2400"/>
              <a:buChar char="•"/>
              <a:defRPr sz="2400">
                <a:solidFill>
                  <a:schemeClr val="lt1"/>
                </a:solidFill>
                <a:latin typeface="Arial"/>
                <a:ea typeface="Arial"/>
                <a:cs typeface="Arial"/>
                <a:sym typeface="Arial"/>
              </a:defRPr>
            </a:lvl1pPr>
            <a:lvl2pPr lvl="1" algn="l">
              <a:lnSpc>
                <a:spcPct val="110000"/>
              </a:lnSpc>
              <a:spcBef>
                <a:spcPts val="500"/>
              </a:spcBef>
              <a:spcAft>
                <a:spcPts val="0"/>
              </a:spcAft>
              <a:buClr>
                <a:schemeClr val="dk1"/>
              </a:buClr>
              <a:buSzPts val="1800"/>
              <a:buChar char="•"/>
              <a:defRPr/>
            </a:lvl2pPr>
            <a:lvl3pPr lvl="2" algn="l">
              <a:lnSpc>
                <a:spcPct val="110000"/>
              </a:lnSpc>
              <a:spcBef>
                <a:spcPts val="500"/>
              </a:spcBef>
              <a:spcAft>
                <a:spcPts val="0"/>
              </a:spcAft>
              <a:buClr>
                <a:schemeClr val="dk1"/>
              </a:buClr>
              <a:buSzPts val="1800"/>
              <a:buChar char="•"/>
              <a:defRPr/>
            </a:lvl3pPr>
            <a:lvl4pPr lvl="3" algn="l">
              <a:lnSpc>
                <a:spcPct val="110000"/>
              </a:lnSpc>
              <a:spcBef>
                <a:spcPts val="500"/>
              </a:spcBef>
              <a:spcAft>
                <a:spcPts val="0"/>
              </a:spcAft>
              <a:buClr>
                <a:schemeClr val="dk1"/>
              </a:buClr>
              <a:buSzPts val="1800"/>
              <a:buChar char="•"/>
              <a:defRPr/>
            </a:lvl4pPr>
            <a:lvl5pPr lvl="4" algn="l">
              <a:lnSpc>
                <a:spcPct val="11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pic>
        <p:nvPicPr>
          <p:cNvPr id="33" name="Google Shape;33;p20"/>
          <p:cNvPicPr preferRelativeResize="0"/>
          <p:nvPr/>
        </p:nvPicPr>
        <p:blipFill rotWithShape="1">
          <a:blip r:embed="rId4">
            <a:alphaModFix/>
          </a:blip>
          <a:srcRect b="0" l="0" r="0" t="0"/>
          <a:stretch/>
        </p:blipFill>
        <p:spPr>
          <a:xfrm>
            <a:off x="7168812" y="1206961"/>
            <a:ext cx="3375906" cy="54231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8">
  <p:cSld name="Contenido con imagen 18">
    <p:spTree>
      <p:nvGrpSpPr>
        <p:cNvPr id="34" name="Shape 34"/>
        <p:cNvGrpSpPr/>
        <p:nvPr/>
      </p:nvGrpSpPr>
      <p:grpSpPr>
        <a:xfrm>
          <a:off x="0" y="0"/>
          <a:ext cx="0" cy="0"/>
          <a:chOff x="0" y="0"/>
          <a:chExt cx="0" cy="0"/>
        </a:xfrm>
      </p:grpSpPr>
      <p:pic>
        <p:nvPicPr>
          <p:cNvPr id="35" name="Google Shape;35;p21"/>
          <p:cNvPicPr preferRelativeResize="0"/>
          <p:nvPr>
            <p:ph idx="2" type="pic"/>
          </p:nvPr>
        </p:nvPicPr>
        <p:blipFill/>
        <p:spPr>
          <a:xfrm>
            <a:off x="0" y="1"/>
            <a:ext cx="4800600" cy="4822372"/>
          </a:xfrm>
          <a:prstGeom prst="rect">
            <a:avLst/>
          </a:prstGeom>
          <a:blipFill rotWithShape="1">
            <a:blip r:embed="rId2">
              <a:alphaModFix amt="70000"/>
            </a:blip>
            <a:stretch>
              <a:fillRect b="0" l="0" r="0" t="0"/>
            </a:stretch>
          </a:blipFill>
          <a:ln>
            <a:noFill/>
          </a:ln>
        </p:spPr>
      </p:pic>
      <p:sp>
        <p:nvSpPr>
          <p:cNvPr id="36" name="Google Shape;36;p21"/>
          <p:cNvSpPr txBox="1"/>
          <p:nvPr>
            <p:ph type="title"/>
          </p:nvPr>
        </p:nvSpPr>
        <p:spPr>
          <a:xfrm>
            <a:off x="1002085" y="4374100"/>
            <a:ext cx="3897905" cy="1380814"/>
          </a:xfrm>
          <a:prstGeom prst="rect">
            <a:avLst/>
          </a:prstGeom>
          <a:noFill/>
          <a:ln>
            <a:noFill/>
          </a:ln>
        </p:spPr>
        <p:txBody>
          <a:bodyPr anchorCtr="0" anchor="t" bIns="45700" lIns="137150" spcFirstLastPara="1" rIns="91425" wrap="square" tIns="137150">
            <a:normAutofit/>
          </a:bodyPr>
          <a:lstStyle>
            <a:lvl1pPr lvl="0" algn="l">
              <a:lnSpc>
                <a:spcPct val="90000"/>
              </a:lnSpc>
              <a:spcBef>
                <a:spcPts val="0"/>
              </a:spcBef>
              <a:spcAft>
                <a:spcPts val="0"/>
              </a:spcAft>
              <a:buClr>
                <a:schemeClr val="dk1"/>
              </a:buClr>
              <a:buSzPts val="4400"/>
              <a:buFont typeface="Aveni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21"/>
          <p:cNvSpPr txBox="1"/>
          <p:nvPr>
            <p:ph idx="1" type="body"/>
          </p:nvPr>
        </p:nvSpPr>
        <p:spPr>
          <a:xfrm>
            <a:off x="5389516" y="685800"/>
            <a:ext cx="5430884" cy="5204983"/>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1"/>
          <p:cNvSpPr txBox="1"/>
          <p:nvPr>
            <p:ph idx="11" type="ftr"/>
          </p:nvPr>
        </p:nvSpPr>
        <p:spPr>
          <a:xfrm>
            <a:off x="602974" y="6029867"/>
            <a:ext cx="1911096" cy="365126"/>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0" type="dt"/>
          </p:nvPr>
        </p:nvSpPr>
        <p:spPr>
          <a:xfrm>
            <a:off x="10058400" y="6029868"/>
            <a:ext cx="1179576" cy="365125"/>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1" name="Shape 41"/>
        <p:cNvGrpSpPr/>
        <p:nvPr/>
      </p:nvGrpSpPr>
      <p:grpSpPr>
        <a:xfrm>
          <a:off x="0" y="0"/>
          <a:ext cx="0" cy="0"/>
          <a:chOff x="0" y="0"/>
          <a:chExt cx="0" cy="0"/>
        </a:xfrm>
      </p:grpSpPr>
      <p:sp>
        <p:nvSpPr>
          <p:cNvPr id="42" name="Google Shape;42;p22"/>
          <p:cNvSpPr txBox="1"/>
          <p:nvPr>
            <p:ph type="ctrTitle"/>
          </p:nvPr>
        </p:nvSpPr>
        <p:spPr>
          <a:xfrm>
            <a:off x="576072" y="1124712"/>
            <a:ext cx="11036808" cy="317296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8000"/>
              <a:buFont typeface="Avenir"/>
              <a:buNone/>
              <a:defRPr sz="8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2"/>
          <p:cNvSpPr txBox="1"/>
          <p:nvPr>
            <p:ph idx="1" type="subTitle"/>
          </p:nvPr>
        </p:nvSpPr>
        <p:spPr>
          <a:xfrm>
            <a:off x="576072" y="4727448"/>
            <a:ext cx="11036808" cy="1481328"/>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000"/>
              </a:spcBef>
              <a:spcAft>
                <a:spcPts val="0"/>
              </a:spcAft>
              <a:buClr>
                <a:schemeClr val="dk1"/>
              </a:buClr>
              <a:buSzPts val="2800"/>
              <a:buNone/>
              <a:defRPr sz="28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4" name="Google Shape;44;p22"/>
          <p:cNvSpPr txBox="1"/>
          <p:nvPr>
            <p:ph idx="10" type="dt"/>
          </p:nvPr>
        </p:nvSpPr>
        <p:spPr>
          <a:xfrm>
            <a:off x="576072"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2"/>
          <p:cNvSpPr txBox="1"/>
          <p:nvPr>
            <p:ph idx="12" type="sldNum"/>
          </p:nvPr>
        </p:nvSpPr>
        <p:spPr>
          <a:xfrm>
            <a:off x="886968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22"/>
          <p:cNvSpPr/>
          <p:nvPr/>
        </p:nvSpPr>
        <p:spPr>
          <a:xfrm rot="5400000">
            <a:off x="857544" y="346791"/>
            <a:ext cx="146304" cy="70408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2"/>
          <p:cNvSpPr/>
          <p:nvPr/>
        </p:nvSpPr>
        <p:spPr>
          <a:xfrm flipH="1" rot="10800000">
            <a:off x="578652" y="4501201"/>
            <a:ext cx="11034696" cy="18288"/>
          </a:xfrm>
          <a:prstGeom prst="rect">
            <a:avLst/>
          </a:prstGeom>
          <a:solidFill>
            <a:srgbClr val="C8C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9" name="Shape 49"/>
        <p:cNvGrpSpPr/>
        <p:nvPr/>
      </p:nvGrpSpPr>
      <p:grpSpPr>
        <a:xfrm>
          <a:off x="0" y="0"/>
          <a:ext cx="0" cy="0"/>
          <a:chOff x="0" y="0"/>
          <a:chExt cx="0" cy="0"/>
        </a:xfrm>
      </p:grpSpPr>
      <p:sp>
        <p:nvSpPr>
          <p:cNvPr id="50" name="Google Shape;50;p23"/>
          <p:cNvSpPr/>
          <p:nvPr/>
        </p:nvSpPr>
        <p:spPr>
          <a:xfrm>
            <a:off x="558210" y="1162033"/>
            <a:ext cx="3740740" cy="4643344"/>
          </a:xfrm>
          <a:prstGeom prst="rect">
            <a:avLst/>
          </a:prstGeom>
          <a:solidFill>
            <a:schemeClr val="lt1"/>
          </a:solidFill>
          <a:ln cap="flat" cmpd="sng" w="12700">
            <a:solidFill>
              <a:srgbClr val="E8E8E8"/>
            </a:solidFill>
            <a:prstDash val="solid"/>
            <a:miter lim="800000"/>
            <a:headEnd len="sm" w="sm" type="none"/>
            <a:tailEnd len="sm" w="sm" type="none"/>
          </a:ln>
          <a:effectLst>
            <a:outerShdw blurRad="50800" rotWithShape="0" algn="tl" dir="2700000" dist="38100">
              <a:srgbClr val="D8D8D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3"/>
          <p:cNvSpPr/>
          <p:nvPr/>
        </p:nvSpPr>
        <p:spPr>
          <a:xfrm>
            <a:off x="498834" y="1618375"/>
            <a:ext cx="146304" cy="82296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3"/>
          <p:cNvSpPr txBox="1"/>
          <p:nvPr>
            <p:ph type="title"/>
          </p:nvPr>
        </p:nvSpPr>
        <p:spPr>
          <a:xfrm>
            <a:off x="868680" y="1709928"/>
            <a:ext cx="3099816" cy="1709928"/>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3400"/>
              <a:buFont typeface="Avenir"/>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23"/>
          <p:cNvSpPr txBox="1"/>
          <p:nvPr>
            <p:ph idx="1" type="body"/>
          </p:nvPr>
        </p:nvSpPr>
        <p:spPr>
          <a:xfrm>
            <a:off x="4965192" y="1709928"/>
            <a:ext cx="6729984" cy="4096512"/>
          </a:xfrm>
          <a:prstGeom prst="rect">
            <a:avLst/>
          </a:prstGeom>
          <a:noFill/>
          <a:ln>
            <a:noFill/>
          </a:ln>
        </p:spPr>
        <p:txBody>
          <a:bodyPr anchorCtr="0" anchor="t" bIns="45700" lIns="91425" spcFirstLastPara="1" rIns="91425" wrap="square" tIns="45700">
            <a:normAutofit/>
          </a:bodyPr>
          <a:lstStyle>
            <a:lvl1pPr indent="-406400" lvl="0" marL="457200" algn="l">
              <a:lnSpc>
                <a:spcPct val="110000"/>
              </a:lnSpc>
              <a:spcBef>
                <a:spcPts val="1000"/>
              </a:spcBef>
              <a:spcAft>
                <a:spcPts val="0"/>
              </a:spcAft>
              <a:buClr>
                <a:schemeClr val="dk1"/>
              </a:buClr>
              <a:buSzPts val="2800"/>
              <a:buChar char="•"/>
              <a:defRPr sz="2800"/>
            </a:lvl1pPr>
            <a:lvl2pPr indent="-381000" lvl="1" marL="914400" algn="l">
              <a:lnSpc>
                <a:spcPct val="110000"/>
              </a:lnSpc>
              <a:spcBef>
                <a:spcPts val="500"/>
              </a:spcBef>
              <a:spcAft>
                <a:spcPts val="0"/>
              </a:spcAft>
              <a:buClr>
                <a:schemeClr val="dk1"/>
              </a:buClr>
              <a:buSzPts val="2400"/>
              <a:buChar char="•"/>
              <a:defRPr sz="2400"/>
            </a:lvl2pPr>
            <a:lvl3pPr indent="-355600" lvl="2" marL="1371600" algn="l">
              <a:lnSpc>
                <a:spcPct val="110000"/>
              </a:lnSpc>
              <a:spcBef>
                <a:spcPts val="500"/>
              </a:spcBef>
              <a:spcAft>
                <a:spcPts val="0"/>
              </a:spcAft>
              <a:buClr>
                <a:schemeClr val="dk1"/>
              </a:buClr>
              <a:buSzPts val="2000"/>
              <a:buChar char="•"/>
              <a:defRPr sz="20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4" name="Google Shape;54;p23"/>
          <p:cNvSpPr txBox="1"/>
          <p:nvPr>
            <p:ph idx="2" type="body"/>
          </p:nvPr>
        </p:nvSpPr>
        <p:spPr>
          <a:xfrm>
            <a:off x="868680" y="3429000"/>
            <a:ext cx="3099816" cy="206654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800"/>
              <a:buNone/>
              <a:defRPr sz="18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5" name="Google Shape;55;p23"/>
          <p:cNvSpPr txBox="1"/>
          <p:nvPr>
            <p:ph idx="10" type="dt"/>
          </p:nvPr>
        </p:nvSpPr>
        <p:spPr>
          <a:xfrm>
            <a:off x="86868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24"/>
          <p:cNvSpPr/>
          <p:nvPr/>
        </p:nvSpPr>
        <p:spPr>
          <a:xfrm>
            <a:off x="665853" y="1533525"/>
            <a:ext cx="10917063" cy="3790950"/>
          </a:xfrm>
          <a:prstGeom prst="rect">
            <a:avLst/>
          </a:prstGeom>
          <a:solidFill>
            <a:schemeClr val="lt1"/>
          </a:solidFill>
          <a:ln cap="flat" cmpd="sng" w="12700">
            <a:solidFill>
              <a:srgbClr val="E8E8E8"/>
            </a:solidFill>
            <a:prstDash val="solid"/>
            <a:miter lim="800000"/>
            <a:headEnd len="sm" w="sm" type="none"/>
            <a:tailEnd len="sm" w="sm" type="none"/>
          </a:ln>
          <a:effectLst>
            <a:outerShdw blurRad="50800" rotWithShape="0" algn="tl" dir="2700000" dist="38100">
              <a:srgbClr val="D8D8D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4"/>
          <p:cNvSpPr/>
          <p:nvPr/>
        </p:nvSpPr>
        <p:spPr>
          <a:xfrm>
            <a:off x="609084" y="2971798"/>
            <a:ext cx="128016" cy="914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4"/>
          <p:cNvSpPr txBox="1"/>
          <p:nvPr>
            <p:ph type="title"/>
          </p:nvPr>
        </p:nvSpPr>
        <p:spPr>
          <a:xfrm>
            <a:off x="1078992" y="1938528"/>
            <a:ext cx="10177272" cy="299008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5400"/>
              <a:buFont typeface="Avenir"/>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5" name="Shape 65"/>
        <p:cNvGrpSpPr/>
        <p:nvPr/>
      </p:nvGrpSpPr>
      <p:grpSpPr>
        <a:xfrm>
          <a:off x="0" y="0"/>
          <a:ext cx="0" cy="0"/>
          <a:chOff x="0" y="0"/>
          <a:chExt cx="0" cy="0"/>
        </a:xfrm>
      </p:grpSpPr>
      <p:sp>
        <p:nvSpPr>
          <p:cNvPr id="66" name="Google Shape;66;p25"/>
          <p:cNvSpPr/>
          <p:nvPr/>
        </p:nvSpPr>
        <p:spPr>
          <a:xfrm>
            <a:off x="558209" y="0"/>
            <a:ext cx="11167447" cy="2018806"/>
          </a:xfrm>
          <a:prstGeom prst="rect">
            <a:avLst/>
          </a:prstGeom>
          <a:solidFill>
            <a:schemeClr val="lt1"/>
          </a:solidFill>
          <a:ln cap="flat" cmpd="sng" w="9525">
            <a:solidFill>
              <a:srgbClr val="E8E8E8"/>
            </a:solidFill>
            <a:prstDash val="solid"/>
            <a:miter lim="800000"/>
            <a:headEnd len="sm" w="sm" type="none"/>
            <a:tailEnd len="sm" w="sm" type="none"/>
          </a:ln>
          <a:effectLst>
            <a:outerShdw blurRad="50800" rotWithShape="0" algn="tl" dir="2700000" dist="38100">
              <a:srgbClr val="D8D8D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5"/>
          <p:cNvSpPr/>
          <p:nvPr/>
        </p:nvSpPr>
        <p:spPr>
          <a:xfrm>
            <a:off x="566928" y="0"/>
            <a:ext cx="11155680" cy="201168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5"/>
          <p:cNvSpPr/>
          <p:nvPr/>
        </p:nvSpPr>
        <p:spPr>
          <a:xfrm>
            <a:off x="498834" y="787352"/>
            <a:ext cx="128016" cy="70408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5"/>
          <p:cNvSpPr txBox="1"/>
          <p:nvPr>
            <p:ph type="title"/>
          </p:nvPr>
        </p:nvSpPr>
        <p:spPr>
          <a:xfrm>
            <a:off x="1115568" y="548640"/>
            <a:ext cx="10168128" cy="117957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Avenir"/>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txBox="1"/>
          <p:nvPr>
            <p:ph idx="1" type="body"/>
          </p:nvPr>
        </p:nvSpPr>
        <p:spPr>
          <a:xfrm>
            <a:off x="1115568" y="2478024"/>
            <a:ext cx="10168128" cy="3694176"/>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5"/>
          <p:cNvSpPr txBox="1"/>
          <p:nvPr>
            <p:ph idx="10" type="dt"/>
          </p:nvPr>
        </p:nvSpPr>
        <p:spPr>
          <a:xfrm>
            <a:off x="1115568"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2" type="sldNum"/>
          </p:nvPr>
        </p:nvSpPr>
        <p:spPr>
          <a:xfrm>
            <a:off x="8540496"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 name="Shape 74"/>
        <p:cNvGrpSpPr/>
        <p:nvPr/>
      </p:nvGrpSpPr>
      <p:grpSpPr>
        <a:xfrm>
          <a:off x="0" y="0"/>
          <a:ext cx="0" cy="0"/>
          <a:chOff x="0" y="0"/>
          <a:chExt cx="0" cy="0"/>
        </a:xfrm>
      </p:grpSpPr>
      <p:sp>
        <p:nvSpPr>
          <p:cNvPr id="75" name="Google Shape;75;p26"/>
          <p:cNvSpPr/>
          <p:nvPr/>
        </p:nvSpPr>
        <p:spPr>
          <a:xfrm>
            <a:off x="558210" y="4981421"/>
            <a:ext cx="11134956" cy="822960"/>
          </a:xfrm>
          <a:prstGeom prst="rect">
            <a:avLst/>
          </a:prstGeom>
          <a:solidFill>
            <a:schemeClr val="lt1"/>
          </a:solidFill>
          <a:ln cap="flat" cmpd="sng" w="12700">
            <a:solidFill>
              <a:srgbClr val="E8E8E8"/>
            </a:solidFill>
            <a:prstDash val="solid"/>
            <a:miter lim="800000"/>
            <a:headEnd len="sm" w="sm" type="none"/>
            <a:tailEnd len="sm" w="sm" type="none"/>
          </a:ln>
          <a:effectLst>
            <a:outerShdw blurRad="50800" rotWithShape="0" algn="tl" dir="2700000" dist="38100">
              <a:srgbClr val="D8D8D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6"/>
          <p:cNvSpPr/>
          <p:nvPr/>
        </p:nvSpPr>
        <p:spPr>
          <a:xfrm>
            <a:off x="498834" y="5118581"/>
            <a:ext cx="146304" cy="5486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6"/>
          <p:cNvSpPr txBox="1"/>
          <p:nvPr>
            <p:ph type="title"/>
          </p:nvPr>
        </p:nvSpPr>
        <p:spPr>
          <a:xfrm>
            <a:off x="557784" y="640080"/>
            <a:ext cx="10890504" cy="4114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600"/>
              <a:buFont typeface="Avenir"/>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26"/>
          <p:cNvSpPr txBox="1"/>
          <p:nvPr>
            <p:ph idx="1" type="body"/>
          </p:nvPr>
        </p:nvSpPr>
        <p:spPr>
          <a:xfrm>
            <a:off x="841248" y="5102352"/>
            <a:ext cx="10607040" cy="585216"/>
          </a:xfrm>
          <a:prstGeom prst="rect">
            <a:avLst/>
          </a:prstGeom>
          <a:noFill/>
          <a:ln>
            <a:noFill/>
          </a:ln>
        </p:spPr>
        <p:txBody>
          <a:bodyPr anchorCtr="0" anchor="ctr"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000"/>
              <a:buNone/>
              <a:defRPr sz="2000">
                <a:solidFill>
                  <a:schemeClr val="dk1"/>
                </a:solidFill>
              </a:defRPr>
            </a:lvl1pPr>
            <a:lvl2pPr indent="-228600" lvl="1" marL="914400" algn="l">
              <a:lnSpc>
                <a:spcPct val="110000"/>
              </a:lnSpc>
              <a:spcBef>
                <a:spcPts val="500"/>
              </a:spcBef>
              <a:spcAft>
                <a:spcPts val="0"/>
              </a:spcAft>
              <a:buClr>
                <a:srgbClr val="888888"/>
              </a:buClr>
              <a:buSzPts val="2000"/>
              <a:buNone/>
              <a:defRPr sz="2000">
                <a:solidFill>
                  <a:srgbClr val="888888"/>
                </a:solidFill>
              </a:defRPr>
            </a:lvl2pPr>
            <a:lvl3pPr indent="-228600" lvl="2" marL="1371600" algn="l">
              <a:lnSpc>
                <a:spcPct val="110000"/>
              </a:lnSpc>
              <a:spcBef>
                <a:spcPts val="500"/>
              </a:spcBef>
              <a:spcAft>
                <a:spcPts val="0"/>
              </a:spcAft>
              <a:buClr>
                <a:srgbClr val="888888"/>
              </a:buClr>
              <a:buSzPts val="1800"/>
              <a:buNone/>
              <a:defRPr sz="1800">
                <a:solidFill>
                  <a:srgbClr val="888888"/>
                </a:solidFill>
              </a:defRPr>
            </a:lvl3pPr>
            <a:lvl4pPr indent="-228600" lvl="3" marL="1828800" algn="l">
              <a:lnSpc>
                <a:spcPct val="110000"/>
              </a:lnSpc>
              <a:spcBef>
                <a:spcPts val="500"/>
              </a:spcBef>
              <a:spcAft>
                <a:spcPts val="0"/>
              </a:spcAft>
              <a:buClr>
                <a:srgbClr val="888888"/>
              </a:buClr>
              <a:buSzPts val="1600"/>
              <a:buNone/>
              <a:defRPr sz="1600">
                <a:solidFill>
                  <a:srgbClr val="888888"/>
                </a:solidFill>
              </a:defRPr>
            </a:lvl4pPr>
            <a:lvl5pPr indent="-228600" lvl="4" marL="2286000" algn="l">
              <a:lnSpc>
                <a:spcPct val="11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79" name="Google Shape;79;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2" name="Shape 82"/>
        <p:cNvGrpSpPr/>
        <p:nvPr/>
      </p:nvGrpSpPr>
      <p:grpSpPr>
        <a:xfrm>
          <a:off x="0" y="0"/>
          <a:ext cx="0" cy="0"/>
          <a:chOff x="0" y="0"/>
          <a:chExt cx="0" cy="0"/>
        </a:xfrm>
      </p:grpSpPr>
      <p:sp>
        <p:nvSpPr>
          <p:cNvPr id="83" name="Google Shape;83;p27"/>
          <p:cNvSpPr/>
          <p:nvPr/>
        </p:nvSpPr>
        <p:spPr>
          <a:xfrm>
            <a:off x="558209" y="0"/>
            <a:ext cx="11167447" cy="2018806"/>
          </a:xfrm>
          <a:prstGeom prst="rect">
            <a:avLst/>
          </a:prstGeom>
          <a:solidFill>
            <a:schemeClr val="lt1"/>
          </a:solidFill>
          <a:ln cap="flat" cmpd="sng" w="9525">
            <a:solidFill>
              <a:srgbClr val="E8E8E8"/>
            </a:solidFill>
            <a:prstDash val="solid"/>
            <a:miter lim="800000"/>
            <a:headEnd len="sm" w="sm" type="none"/>
            <a:tailEnd len="sm" w="sm" type="none"/>
          </a:ln>
          <a:effectLst>
            <a:outerShdw blurRad="50800" rotWithShape="0" algn="tl" dir="2700000" dist="38100">
              <a:srgbClr val="D8D8D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7"/>
          <p:cNvSpPr/>
          <p:nvPr/>
        </p:nvSpPr>
        <p:spPr>
          <a:xfrm>
            <a:off x="566928" y="0"/>
            <a:ext cx="11155680" cy="201168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7"/>
          <p:cNvSpPr/>
          <p:nvPr/>
        </p:nvSpPr>
        <p:spPr>
          <a:xfrm>
            <a:off x="498834" y="787352"/>
            <a:ext cx="128016" cy="70408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7"/>
          <p:cNvSpPr txBox="1"/>
          <p:nvPr>
            <p:ph type="title"/>
          </p:nvPr>
        </p:nvSpPr>
        <p:spPr>
          <a:xfrm>
            <a:off x="1115568" y="548640"/>
            <a:ext cx="10168128" cy="117957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Avenir"/>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27"/>
          <p:cNvSpPr txBox="1"/>
          <p:nvPr>
            <p:ph idx="1" type="body"/>
          </p:nvPr>
        </p:nvSpPr>
        <p:spPr>
          <a:xfrm>
            <a:off x="1115568" y="2478024"/>
            <a:ext cx="4937760" cy="3694176"/>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27"/>
          <p:cNvSpPr txBox="1"/>
          <p:nvPr>
            <p:ph idx="2" type="body"/>
          </p:nvPr>
        </p:nvSpPr>
        <p:spPr>
          <a:xfrm>
            <a:off x="6345936" y="2478024"/>
            <a:ext cx="4937760" cy="3694176"/>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27"/>
          <p:cNvSpPr txBox="1"/>
          <p:nvPr>
            <p:ph idx="10" type="dt"/>
          </p:nvPr>
        </p:nvSpPr>
        <p:spPr>
          <a:xfrm>
            <a:off x="1115568"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7"/>
          <p:cNvSpPr txBox="1"/>
          <p:nvPr>
            <p:ph idx="12" type="sldNum"/>
          </p:nvPr>
        </p:nvSpPr>
        <p:spPr>
          <a:xfrm>
            <a:off x="8540496"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2" name="Shape 92"/>
        <p:cNvGrpSpPr/>
        <p:nvPr/>
      </p:nvGrpSpPr>
      <p:grpSpPr>
        <a:xfrm>
          <a:off x="0" y="0"/>
          <a:ext cx="0" cy="0"/>
          <a:chOff x="0" y="0"/>
          <a:chExt cx="0" cy="0"/>
        </a:xfrm>
      </p:grpSpPr>
      <p:sp>
        <p:nvSpPr>
          <p:cNvPr id="93" name="Google Shape;93;p28"/>
          <p:cNvSpPr/>
          <p:nvPr/>
        </p:nvSpPr>
        <p:spPr>
          <a:xfrm>
            <a:off x="558209" y="0"/>
            <a:ext cx="11167447" cy="2018806"/>
          </a:xfrm>
          <a:prstGeom prst="rect">
            <a:avLst/>
          </a:prstGeom>
          <a:solidFill>
            <a:schemeClr val="lt1"/>
          </a:solidFill>
          <a:ln cap="flat" cmpd="sng" w="9525">
            <a:solidFill>
              <a:srgbClr val="E8E8E8"/>
            </a:solidFill>
            <a:prstDash val="solid"/>
            <a:miter lim="800000"/>
            <a:headEnd len="sm" w="sm" type="none"/>
            <a:tailEnd len="sm" w="sm" type="none"/>
          </a:ln>
          <a:effectLst>
            <a:outerShdw blurRad="50800" rotWithShape="0" algn="tl" dir="2700000" dist="38100">
              <a:srgbClr val="D8D8D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8"/>
          <p:cNvSpPr/>
          <p:nvPr/>
        </p:nvSpPr>
        <p:spPr>
          <a:xfrm>
            <a:off x="566928" y="0"/>
            <a:ext cx="11155680" cy="201168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8"/>
          <p:cNvSpPr/>
          <p:nvPr/>
        </p:nvSpPr>
        <p:spPr>
          <a:xfrm>
            <a:off x="498834" y="787352"/>
            <a:ext cx="128016" cy="70408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8"/>
          <p:cNvSpPr txBox="1"/>
          <p:nvPr>
            <p:ph type="title"/>
          </p:nvPr>
        </p:nvSpPr>
        <p:spPr>
          <a:xfrm>
            <a:off x="1115568" y="548640"/>
            <a:ext cx="10168128" cy="117957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Avenir"/>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28"/>
          <p:cNvSpPr txBox="1"/>
          <p:nvPr>
            <p:ph idx="1" type="body"/>
          </p:nvPr>
        </p:nvSpPr>
        <p:spPr>
          <a:xfrm>
            <a:off x="1115568" y="2372650"/>
            <a:ext cx="493776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400"/>
              <a:buNone/>
              <a:defRPr b="1" sz="2400" cap="none"/>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8" name="Google Shape;98;p28"/>
          <p:cNvSpPr txBox="1"/>
          <p:nvPr>
            <p:ph idx="2" type="body"/>
          </p:nvPr>
        </p:nvSpPr>
        <p:spPr>
          <a:xfrm>
            <a:off x="1115568" y="3203688"/>
            <a:ext cx="4937760" cy="2968512"/>
          </a:xfrm>
          <a:prstGeom prst="rect">
            <a:avLst/>
          </a:prstGeom>
          <a:noFill/>
          <a:ln>
            <a:noFill/>
          </a:ln>
        </p:spPr>
        <p:txBody>
          <a:bodyPr anchorCtr="0" anchor="t" bIns="45700" lIns="91425" spcFirstLastPara="1" rIns="91425" wrap="square" tIns="45700">
            <a:normAutofit/>
          </a:bodyPr>
          <a:lstStyle>
            <a:lvl1pPr indent="-381000" lvl="0" marL="457200" algn="l">
              <a:lnSpc>
                <a:spcPct val="110000"/>
              </a:lnSpc>
              <a:spcBef>
                <a:spcPts val="1000"/>
              </a:spcBef>
              <a:spcAft>
                <a:spcPts val="0"/>
              </a:spcAft>
              <a:buClr>
                <a:schemeClr val="dk1"/>
              </a:buClr>
              <a:buSzPts val="2400"/>
              <a:buChar char="•"/>
              <a:defRPr sz="2400"/>
            </a:lvl1pPr>
            <a:lvl2pPr indent="-355600" lvl="1" marL="914400" algn="l">
              <a:lnSpc>
                <a:spcPct val="110000"/>
              </a:lnSpc>
              <a:spcBef>
                <a:spcPts val="500"/>
              </a:spcBef>
              <a:spcAft>
                <a:spcPts val="0"/>
              </a:spcAft>
              <a:buClr>
                <a:schemeClr val="dk1"/>
              </a:buClr>
              <a:buSzPts val="2000"/>
              <a:buChar char="•"/>
              <a:defRPr sz="2000"/>
            </a:lvl2pPr>
            <a:lvl3pPr indent="-342900" lvl="2" marL="1371600" algn="l">
              <a:lnSpc>
                <a:spcPct val="110000"/>
              </a:lnSpc>
              <a:spcBef>
                <a:spcPts val="500"/>
              </a:spcBef>
              <a:spcAft>
                <a:spcPts val="0"/>
              </a:spcAft>
              <a:buClr>
                <a:schemeClr val="dk1"/>
              </a:buClr>
              <a:buSzPts val="1800"/>
              <a:buChar char="•"/>
              <a:defRPr sz="1800"/>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28"/>
          <p:cNvSpPr txBox="1"/>
          <p:nvPr>
            <p:ph idx="3" type="body"/>
          </p:nvPr>
        </p:nvSpPr>
        <p:spPr>
          <a:xfrm>
            <a:off x="6345936" y="2372650"/>
            <a:ext cx="493776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400"/>
              <a:buNone/>
              <a:defRPr b="1" sz="2400" cap="none"/>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0" name="Google Shape;100;p28"/>
          <p:cNvSpPr txBox="1"/>
          <p:nvPr>
            <p:ph idx="4" type="body"/>
          </p:nvPr>
        </p:nvSpPr>
        <p:spPr>
          <a:xfrm>
            <a:off x="6345936" y="3203687"/>
            <a:ext cx="4937760" cy="2968511"/>
          </a:xfrm>
          <a:prstGeom prst="rect">
            <a:avLst/>
          </a:prstGeom>
          <a:noFill/>
          <a:ln>
            <a:noFill/>
          </a:ln>
        </p:spPr>
        <p:txBody>
          <a:bodyPr anchorCtr="0" anchor="t" bIns="45700" lIns="91425" spcFirstLastPara="1" rIns="91425" wrap="square" tIns="45700">
            <a:normAutofit/>
          </a:bodyPr>
          <a:lstStyle>
            <a:lvl1pPr indent="-381000" lvl="0" marL="457200" algn="l">
              <a:lnSpc>
                <a:spcPct val="110000"/>
              </a:lnSpc>
              <a:spcBef>
                <a:spcPts val="1000"/>
              </a:spcBef>
              <a:spcAft>
                <a:spcPts val="0"/>
              </a:spcAft>
              <a:buClr>
                <a:schemeClr val="dk1"/>
              </a:buClr>
              <a:buSzPts val="2400"/>
              <a:buChar char="•"/>
              <a:defRPr sz="2400"/>
            </a:lvl1pPr>
            <a:lvl2pPr indent="-355600" lvl="1" marL="914400" algn="l">
              <a:lnSpc>
                <a:spcPct val="110000"/>
              </a:lnSpc>
              <a:spcBef>
                <a:spcPts val="500"/>
              </a:spcBef>
              <a:spcAft>
                <a:spcPts val="0"/>
              </a:spcAft>
              <a:buClr>
                <a:schemeClr val="dk1"/>
              </a:buClr>
              <a:buSzPts val="2000"/>
              <a:buChar char="•"/>
              <a:defRPr sz="2000"/>
            </a:lvl2pPr>
            <a:lvl3pPr indent="-342900" lvl="2" marL="1371600" algn="l">
              <a:lnSpc>
                <a:spcPct val="110000"/>
              </a:lnSpc>
              <a:spcBef>
                <a:spcPts val="500"/>
              </a:spcBef>
              <a:spcAft>
                <a:spcPts val="0"/>
              </a:spcAft>
              <a:buClr>
                <a:schemeClr val="dk1"/>
              </a:buClr>
              <a:buSzPts val="1800"/>
              <a:buChar char="•"/>
              <a:defRPr sz="1800"/>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28"/>
          <p:cNvSpPr txBox="1"/>
          <p:nvPr>
            <p:ph idx="10" type="dt"/>
          </p:nvPr>
        </p:nvSpPr>
        <p:spPr>
          <a:xfrm>
            <a:off x="1115568"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8"/>
          <p:cNvSpPr txBox="1"/>
          <p:nvPr>
            <p:ph idx="12" type="sldNum"/>
          </p:nvPr>
        </p:nvSpPr>
        <p:spPr>
          <a:xfrm>
            <a:off x="8540496"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4" name="Shape 104"/>
        <p:cNvGrpSpPr/>
        <p:nvPr/>
      </p:nvGrpSpPr>
      <p:grpSpPr>
        <a:xfrm>
          <a:off x="0" y="0"/>
          <a:ext cx="0" cy="0"/>
          <a:chOff x="0" y="0"/>
          <a:chExt cx="0" cy="0"/>
        </a:xfrm>
      </p:grpSpPr>
      <p:sp>
        <p:nvSpPr>
          <p:cNvPr id="105" name="Google Shape;10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8" name="Shape 108"/>
        <p:cNvGrpSpPr/>
        <p:nvPr/>
      </p:nvGrpSpPr>
      <p:grpSpPr>
        <a:xfrm>
          <a:off x="0" y="0"/>
          <a:ext cx="0" cy="0"/>
          <a:chOff x="0" y="0"/>
          <a:chExt cx="0" cy="0"/>
        </a:xfrm>
      </p:grpSpPr>
      <p:sp>
        <p:nvSpPr>
          <p:cNvPr id="109" name="Google Shape;109;p30"/>
          <p:cNvSpPr/>
          <p:nvPr/>
        </p:nvSpPr>
        <p:spPr>
          <a:xfrm>
            <a:off x="558210" y="1162033"/>
            <a:ext cx="3740740" cy="4643344"/>
          </a:xfrm>
          <a:prstGeom prst="rect">
            <a:avLst/>
          </a:prstGeom>
          <a:solidFill>
            <a:schemeClr val="lt1"/>
          </a:solidFill>
          <a:ln cap="flat" cmpd="sng" w="12700">
            <a:solidFill>
              <a:srgbClr val="E8E8E8"/>
            </a:solidFill>
            <a:prstDash val="solid"/>
            <a:miter lim="800000"/>
            <a:headEnd len="sm" w="sm" type="none"/>
            <a:tailEnd len="sm" w="sm" type="none"/>
          </a:ln>
          <a:effectLst>
            <a:outerShdw blurRad="50800" rotWithShape="0" algn="tl" dir="2700000" dist="38100">
              <a:srgbClr val="D8D8D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0"/>
          <p:cNvSpPr/>
          <p:nvPr/>
        </p:nvSpPr>
        <p:spPr>
          <a:xfrm>
            <a:off x="498834" y="1618375"/>
            <a:ext cx="146304" cy="82296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0"/>
          <p:cNvSpPr txBox="1"/>
          <p:nvPr>
            <p:ph type="title"/>
          </p:nvPr>
        </p:nvSpPr>
        <p:spPr>
          <a:xfrm>
            <a:off x="868680" y="1709928"/>
            <a:ext cx="3099816" cy="1709928"/>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3400"/>
              <a:buFont typeface="Avenir"/>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30"/>
          <p:cNvSpPr/>
          <p:nvPr>
            <p:ph idx="2" type="pic"/>
          </p:nvPr>
        </p:nvSpPr>
        <p:spPr>
          <a:xfrm>
            <a:off x="4965192" y="1161288"/>
            <a:ext cx="6729984" cy="4645152"/>
          </a:xfrm>
          <a:prstGeom prst="rect">
            <a:avLst/>
          </a:prstGeom>
          <a:noFill/>
          <a:ln>
            <a:noFill/>
          </a:ln>
        </p:spPr>
      </p:sp>
      <p:sp>
        <p:nvSpPr>
          <p:cNvPr id="113" name="Google Shape;113;p30"/>
          <p:cNvSpPr txBox="1"/>
          <p:nvPr>
            <p:ph idx="1" type="body"/>
          </p:nvPr>
        </p:nvSpPr>
        <p:spPr>
          <a:xfrm>
            <a:off x="868680" y="3438144"/>
            <a:ext cx="3099816" cy="20574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800"/>
              <a:buNone/>
              <a:defRPr sz="18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4" name="Google Shape;114;p30"/>
          <p:cNvSpPr txBox="1"/>
          <p:nvPr>
            <p:ph idx="10" type="dt"/>
          </p:nvPr>
        </p:nvSpPr>
        <p:spPr>
          <a:xfrm>
            <a:off x="86868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7" name="Shape 117"/>
        <p:cNvGrpSpPr/>
        <p:nvPr/>
      </p:nvGrpSpPr>
      <p:grpSpPr>
        <a:xfrm>
          <a:off x="0" y="0"/>
          <a:ext cx="0" cy="0"/>
          <a:chOff x="0" y="0"/>
          <a:chExt cx="0" cy="0"/>
        </a:xfrm>
      </p:grpSpPr>
      <p:sp>
        <p:nvSpPr>
          <p:cNvPr id="118" name="Google Shape;118;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3" name="Shape 123"/>
        <p:cNvGrpSpPr/>
        <p:nvPr/>
      </p:nvGrpSpPr>
      <p:grpSpPr>
        <a:xfrm>
          <a:off x="0" y="0"/>
          <a:ext cx="0" cy="0"/>
          <a:chOff x="0" y="0"/>
          <a:chExt cx="0" cy="0"/>
        </a:xfrm>
      </p:grpSpPr>
      <p:sp>
        <p:nvSpPr>
          <p:cNvPr id="124" name="Google Shape;124;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on imagen 3">
  <p:cSld name="Título con imagen 3">
    <p:spTree>
      <p:nvGrpSpPr>
        <p:cNvPr id="129" name="Shape 129"/>
        <p:cNvGrpSpPr/>
        <p:nvPr/>
      </p:nvGrpSpPr>
      <p:grpSpPr>
        <a:xfrm>
          <a:off x="0" y="0"/>
          <a:ext cx="0" cy="0"/>
          <a:chOff x="0" y="0"/>
          <a:chExt cx="0" cy="0"/>
        </a:xfrm>
      </p:grpSpPr>
      <p:sp>
        <p:nvSpPr>
          <p:cNvPr id="130" name="Google Shape;130;p33"/>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cxnSp>
        <p:nvCxnSpPr>
          <p:cNvPr id="131" name="Google Shape;131;p33"/>
          <p:cNvCxnSpPr/>
          <p:nvPr/>
        </p:nvCxnSpPr>
        <p:spPr>
          <a:xfrm>
            <a:off x="11502895" y="1090397"/>
            <a:ext cx="0" cy="4396003"/>
          </a:xfrm>
          <a:prstGeom prst="straightConnector1">
            <a:avLst/>
          </a:prstGeom>
          <a:noFill/>
          <a:ln cap="flat" cmpd="sng" w="12700">
            <a:solidFill>
              <a:schemeClr val="dk2">
                <a:alpha val="74901"/>
              </a:schemeClr>
            </a:solidFill>
            <a:prstDash val="solid"/>
            <a:miter lim="800000"/>
            <a:headEnd len="sm" w="sm" type="none"/>
            <a:tailEnd len="sm" w="sm" type="none"/>
          </a:ln>
        </p:spPr>
      </p:cxnSp>
      <p:pic>
        <p:nvPicPr>
          <p:cNvPr id="132" name="Google Shape;132;p33"/>
          <p:cNvPicPr preferRelativeResize="0"/>
          <p:nvPr>
            <p:ph idx="2" type="pic"/>
          </p:nvPr>
        </p:nvPicPr>
        <p:blipFill/>
        <p:spPr>
          <a:xfrm>
            <a:off x="-791" y="1371600"/>
            <a:ext cx="6706392" cy="5486400"/>
          </a:xfrm>
          <a:prstGeom prst="rect">
            <a:avLst/>
          </a:prstGeom>
          <a:blipFill rotWithShape="1">
            <a:blip r:embed="rId2">
              <a:alphaModFix amt="70000"/>
            </a:blip>
            <a:stretch>
              <a:fillRect b="0" l="0" r="0" t="0"/>
            </a:stretch>
          </a:blipFill>
          <a:ln>
            <a:noFill/>
          </a:ln>
        </p:spPr>
      </p:pic>
      <p:sp>
        <p:nvSpPr>
          <p:cNvPr id="133" name="Google Shape;133;p33"/>
          <p:cNvSpPr txBox="1"/>
          <p:nvPr>
            <p:ph type="ctrTitle"/>
          </p:nvPr>
        </p:nvSpPr>
        <p:spPr>
          <a:xfrm>
            <a:off x="4133850" y="685799"/>
            <a:ext cx="6373670" cy="2743201"/>
          </a:xfrm>
          <a:prstGeom prst="rect">
            <a:avLst/>
          </a:prstGeom>
          <a:solidFill>
            <a:schemeClr val="lt2"/>
          </a:solidFill>
          <a:ln>
            <a:noFill/>
          </a:ln>
        </p:spPr>
        <p:txBody>
          <a:bodyPr anchorCtr="0" anchor="b" bIns="91425" lIns="182875" spcFirstLastPara="1" rIns="91425" wrap="square" tIns="45700">
            <a:normAutofit/>
          </a:bodyPr>
          <a:lstStyle>
            <a:lvl1pPr lvl="0" algn="l">
              <a:lnSpc>
                <a:spcPct val="80000"/>
              </a:lnSpc>
              <a:spcBef>
                <a:spcPts val="0"/>
              </a:spcBef>
              <a:spcAft>
                <a:spcPts val="0"/>
              </a:spcAft>
              <a:buClr>
                <a:schemeClr val="accent1"/>
              </a:buClr>
              <a:buSzPts val="6800"/>
              <a:buFont typeface="Avenir"/>
              <a:buNone/>
              <a:defRPr sz="68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33"/>
          <p:cNvSpPr txBox="1"/>
          <p:nvPr>
            <p:ph idx="1" type="subTitle"/>
          </p:nvPr>
        </p:nvSpPr>
        <p:spPr>
          <a:xfrm>
            <a:off x="7500457" y="5570290"/>
            <a:ext cx="4114799" cy="699518"/>
          </a:xfrm>
          <a:prstGeom prst="rect">
            <a:avLst/>
          </a:prstGeom>
          <a:noFill/>
          <a:ln>
            <a:noFill/>
          </a:ln>
        </p:spPr>
        <p:txBody>
          <a:bodyPr anchorCtr="0" anchor="b" bIns="45700" lIns="91425" spcFirstLastPara="1" rIns="91425" wrap="square" tIns="45700">
            <a:normAutofit/>
          </a:bodyPr>
          <a:lstStyle>
            <a:lvl1pPr lvl="0" algn="r">
              <a:lnSpc>
                <a:spcPct val="110000"/>
              </a:lnSpc>
              <a:spcBef>
                <a:spcPts val="1000"/>
              </a:spcBef>
              <a:spcAft>
                <a:spcPts val="0"/>
              </a:spcAft>
              <a:buClr>
                <a:srgbClr val="06702C"/>
              </a:buClr>
              <a:buSzPts val="1600"/>
              <a:buNone/>
              <a:defRPr sz="1600" cap="none">
                <a:solidFill>
                  <a:srgbClr val="06702C"/>
                </a:solidFill>
                <a:latin typeface="Avenir"/>
                <a:ea typeface="Avenir"/>
                <a:cs typeface="Avenir"/>
                <a:sym typeface="Avenir"/>
              </a:defRPr>
            </a:lvl1pPr>
            <a:lvl2pPr lvl="1" algn="l">
              <a:lnSpc>
                <a:spcPct val="110000"/>
              </a:lnSpc>
              <a:spcBef>
                <a:spcPts val="500"/>
              </a:spcBef>
              <a:spcAft>
                <a:spcPts val="0"/>
              </a:spcAft>
              <a:buClr>
                <a:schemeClr val="dk1"/>
              </a:buClr>
              <a:buSzPts val="1800"/>
              <a:buChar char="•"/>
              <a:defRPr/>
            </a:lvl2pPr>
            <a:lvl3pPr lvl="2" algn="l">
              <a:lnSpc>
                <a:spcPct val="110000"/>
              </a:lnSpc>
              <a:spcBef>
                <a:spcPts val="500"/>
              </a:spcBef>
              <a:spcAft>
                <a:spcPts val="0"/>
              </a:spcAft>
              <a:buClr>
                <a:schemeClr val="dk1"/>
              </a:buClr>
              <a:buSzPts val="1800"/>
              <a:buChar char="•"/>
              <a:defRPr/>
            </a:lvl3pPr>
            <a:lvl4pPr lvl="3" algn="l">
              <a:lnSpc>
                <a:spcPct val="110000"/>
              </a:lnSpc>
              <a:spcBef>
                <a:spcPts val="500"/>
              </a:spcBef>
              <a:spcAft>
                <a:spcPts val="0"/>
              </a:spcAft>
              <a:buClr>
                <a:schemeClr val="dk1"/>
              </a:buClr>
              <a:buSzPts val="1800"/>
              <a:buChar char="•"/>
              <a:defRPr/>
            </a:lvl4pPr>
            <a:lvl5pPr lvl="4" algn="l">
              <a:lnSpc>
                <a:spcPct val="11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35" name="Google Shape;135;p33"/>
          <p:cNvSpPr txBox="1"/>
          <p:nvPr>
            <p:ph idx="12" type="sldNum"/>
          </p:nvPr>
        </p:nvSpPr>
        <p:spPr>
          <a:xfrm>
            <a:off x="145716" y="508084"/>
            <a:ext cx="42937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6" name="Google Shape;136;p33"/>
          <p:cNvSpPr txBox="1"/>
          <p:nvPr>
            <p:ph idx="10" type="dt"/>
          </p:nvPr>
        </p:nvSpPr>
        <p:spPr>
          <a:xfrm>
            <a:off x="603663" y="508084"/>
            <a:ext cx="1203320" cy="365125"/>
          </a:xfrm>
          <a:prstGeom prst="rect">
            <a:avLst/>
          </a:prstGeom>
          <a:solidFill>
            <a:schemeClr val="lt2"/>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33"/>
          <p:cNvSpPr txBox="1"/>
          <p:nvPr>
            <p:ph idx="11" type="ftr"/>
          </p:nvPr>
        </p:nvSpPr>
        <p:spPr>
          <a:xfrm>
            <a:off x="10134603" y="612063"/>
            <a:ext cx="1487296" cy="478334"/>
          </a:xfrm>
          <a:prstGeom prst="rect">
            <a:avLst/>
          </a:prstGeom>
          <a:solidFill>
            <a:schemeClr val="lt2"/>
          </a:solidFill>
          <a:ln>
            <a:noFill/>
          </a:ln>
        </p:spPr>
        <p:txBody>
          <a:bodyPr anchorCtr="0" anchor="t"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1">
  <p:cSld name="INTERIOR 1">
    <p:spTree>
      <p:nvGrpSpPr>
        <p:cNvPr id="145" name="Shape 145"/>
        <p:cNvGrpSpPr/>
        <p:nvPr/>
      </p:nvGrpSpPr>
      <p:grpSpPr>
        <a:xfrm>
          <a:off x="0" y="0"/>
          <a:ext cx="0" cy="0"/>
          <a:chOff x="0" y="0"/>
          <a:chExt cx="0" cy="0"/>
        </a:xfrm>
      </p:grpSpPr>
      <p:sp>
        <p:nvSpPr>
          <p:cNvPr id="146" name="Google Shape;146;p19"/>
          <p:cNvSpPr txBox="1"/>
          <p:nvPr>
            <p:ph idx="1" type="body"/>
          </p:nvPr>
        </p:nvSpPr>
        <p:spPr>
          <a:xfrm>
            <a:off x="654685" y="551041"/>
            <a:ext cx="4916700" cy="469800"/>
          </a:xfrm>
          <a:prstGeom prst="rect">
            <a:avLst/>
          </a:prstGeom>
          <a:noFill/>
          <a:ln>
            <a:noFill/>
          </a:ln>
        </p:spPr>
        <p:txBody>
          <a:bodyPr anchorCtr="0" anchor="t" bIns="45700" lIns="91425" spcFirstLastPara="1" rIns="91425" wrap="square" tIns="45700">
            <a:noAutofit/>
          </a:bodyPr>
          <a:lstStyle>
            <a:lvl1pPr indent="-431800" lvl="0" marL="457200" algn="l">
              <a:lnSpc>
                <a:spcPct val="120000"/>
              </a:lnSpc>
              <a:spcBef>
                <a:spcPts val="1000"/>
              </a:spcBef>
              <a:spcAft>
                <a:spcPts val="0"/>
              </a:spcAft>
              <a:buClr>
                <a:schemeClr val="dk1"/>
              </a:buClr>
              <a:buSzPts val="3200"/>
              <a:buChar char="•"/>
              <a:defRPr b="1" sz="3200">
                <a:solidFill>
                  <a:schemeClr val="dk1"/>
                </a:solidFill>
                <a:latin typeface="Arial"/>
                <a:ea typeface="Arial"/>
                <a:cs typeface="Arial"/>
                <a:sym typeface="Arial"/>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 name="Google Shape;147;p19"/>
          <p:cNvSpPr txBox="1"/>
          <p:nvPr>
            <p:ph idx="2" type="body"/>
          </p:nvPr>
        </p:nvSpPr>
        <p:spPr>
          <a:xfrm>
            <a:off x="640715" y="1137571"/>
            <a:ext cx="4930800" cy="5529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sz="1400">
                <a:latin typeface="Arial"/>
                <a:ea typeface="Arial"/>
                <a:cs typeface="Arial"/>
                <a:sym typeface="Arial"/>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19"/>
          <p:cNvSpPr/>
          <p:nvPr/>
        </p:nvSpPr>
        <p:spPr>
          <a:xfrm>
            <a:off x="0" y="0"/>
            <a:ext cx="552900" cy="552900"/>
          </a:xfrm>
          <a:prstGeom prst="rect">
            <a:avLst/>
          </a:prstGeom>
          <a:solidFill>
            <a:srgbClr val="4E7C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grpSp>
        <p:nvGrpSpPr>
          <p:cNvPr id="149" name="Google Shape;149;p19"/>
          <p:cNvGrpSpPr/>
          <p:nvPr/>
        </p:nvGrpSpPr>
        <p:grpSpPr>
          <a:xfrm>
            <a:off x="10558937" y="6273131"/>
            <a:ext cx="1405011" cy="320973"/>
            <a:chOff x="8941676" y="5879067"/>
            <a:chExt cx="2618358" cy="598160"/>
          </a:xfrm>
        </p:grpSpPr>
        <p:sp>
          <p:nvSpPr>
            <p:cNvPr id="150" name="Google Shape;150;p19"/>
            <p:cNvSpPr/>
            <p:nvPr/>
          </p:nvSpPr>
          <p:spPr>
            <a:xfrm>
              <a:off x="8941676" y="5949980"/>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151" name="Google Shape;151;p19"/>
            <p:cNvSpPr/>
            <p:nvPr/>
          </p:nvSpPr>
          <p:spPr>
            <a:xfrm>
              <a:off x="10672317" y="5994129"/>
              <a:ext cx="388619"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grpSp>
          <p:nvGrpSpPr>
            <p:cNvPr id="152" name="Google Shape;152;p19"/>
            <p:cNvGrpSpPr/>
            <p:nvPr/>
          </p:nvGrpSpPr>
          <p:grpSpPr>
            <a:xfrm>
              <a:off x="11114331" y="5879067"/>
              <a:ext cx="445703" cy="598160"/>
              <a:chOff x="18406074" y="10234089"/>
              <a:chExt cx="445703" cy="598160"/>
            </a:xfrm>
          </p:grpSpPr>
          <p:sp>
            <p:nvSpPr>
              <p:cNvPr id="153" name="Google Shape;153;p19"/>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pic>
            <p:nvPicPr>
              <p:cNvPr id="154" name="Google Shape;154;p19"/>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grpSp>
      <p:pic>
        <p:nvPicPr>
          <p:cNvPr id="155" name="Google Shape;155;p19"/>
          <p:cNvPicPr preferRelativeResize="0"/>
          <p:nvPr/>
        </p:nvPicPr>
        <p:blipFill rotWithShape="1">
          <a:blip r:embed="rId3">
            <a:alphaModFix/>
          </a:blip>
          <a:srcRect b="0" l="0" r="0" t="0"/>
          <a:stretch/>
        </p:blipFill>
        <p:spPr>
          <a:xfrm rot="5400000">
            <a:off x="2714467" y="4342373"/>
            <a:ext cx="119408" cy="423898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on imagen">
  <p:cSld name="Título con imagen">
    <p:spTree>
      <p:nvGrpSpPr>
        <p:cNvPr id="156" name="Shape 156"/>
        <p:cNvGrpSpPr/>
        <p:nvPr/>
      </p:nvGrpSpPr>
      <p:grpSpPr>
        <a:xfrm>
          <a:off x="0" y="0"/>
          <a:ext cx="0" cy="0"/>
          <a:chOff x="0" y="0"/>
          <a:chExt cx="0" cy="0"/>
        </a:xfrm>
      </p:grpSpPr>
      <p:sp>
        <p:nvSpPr>
          <p:cNvPr id="157" name="Google Shape;157;p34"/>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158" name="Google Shape;158;p34"/>
          <p:cNvCxnSpPr/>
          <p:nvPr/>
        </p:nvCxnSpPr>
        <p:spPr>
          <a:xfrm>
            <a:off x="11506200" y="637890"/>
            <a:ext cx="0" cy="5572500"/>
          </a:xfrm>
          <a:prstGeom prst="straightConnector1">
            <a:avLst/>
          </a:prstGeom>
          <a:noFill/>
          <a:ln cap="flat" cmpd="sng" w="12700">
            <a:solidFill>
              <a:schemeClr val="dk2">
                <a:alpha val="50199"/>
              </a:schemeClr>
            </a:solidFill>
            <a:prstDash val="solid"/>
            <a:miter lim="800000"/>
            <a:headEnd len="sm" w="sm" type="none"/>
            <a:tailEnd len="sm" w="sm" type="none"/>
          </a:ln>
        </p:spPr>
      </p:cxnSp>
      <p:cxnSp>
        <p:nvCxnSpPr>
          <p:cNvPr id="159" name="Google Shape;159;p34"/>
          <p:cNvCxnSpPr/>
          <p:nvPr/>
        </p:nvCxnSpPr>
        <p:spPr>
          <a:xfrm>
            <a:off x="696332" y="768924"/>
            <a:ext cx="0" cy="4800600"/>
          </a:xfrm>
          <a:prstGeom prst="straightConnector1">
            <a:avLst/>
          </a:prstGeom>
          <a:noFill/>
          <a:ln cap="flat" cmpd="sng" w="12700">
            <a:solidFill>
              <a:schemeClr val="dk2">
                <a:alpha val="74900"/>
              </a:schemeClr>
            </a:solidFill>
            <a:prstDash val="solid"/>
            <a:miter lim="800000"/>
            <a:headEnd len="sm" w="sm" type="none"/>
            <a:tailEnd len="sm" w="sm" type="none"/>
          </a:ln>
        </p:spPr>
      </p:cxnSp>
      <p:pic>
        <p:nvPicPr>
          <p:cNvPr id="160" name="Google Shape;160;p34"/>
          <p:cNvPicPr preferRelativeResize="0"/>
          <p:nvPr>
            <p:ph idx="2" type="pic"/>
          </p:nvPr>
        </p:nvPicPr>
        <p:blipFill/>
        <p:spPr>
          <a:xfrm>
            <a:off x="5503863" y="1354138"/>
            <a:ext cx="5322900" cy="4481400"/>
          </a:xfrm>
          <a:prstGeom prst="rect">
            <a:avLst/>
          </a:prstGeom>
          <a:blipFill rotWithShape="1">
            <a:blip r:embed="rId2">
              <a:alphaModFix amt="70000"/>
            </a:blip>
            <a:stretch>
              <a:fillRect b="0" l="0" r="0" t="0"/>
            </a:stretch>
          </a:blipFill>
          <a:ln>
            <a:noFill/>
          </a:ln>
        </p:spPr>
      </p:pic>
      <p:sp>
        <p:nvSpPr>
          <p:cNvPr id="161" name="Google Shape;161;p34"/>
          <p:cNvSpPr txBox="1"/>
          <p:nvPr>
            <p:ph type="ctrTitle"/>
          </p:nvPr>
        </p:nvSpPr>
        <p:spPr>
          <a:xfrm>
            <a:off x="914400" y="831992"/>
            <a:ext cx="5898000" cy="4259100"/>
          </a:xfrm>
          <a:prstGeom prst="rect">
            <a:avLst/>
          </a:prstGeom>
          <a:solidFill>
            <a:schemeClr val="lt2"/>
          </a:solidFill>
          <a:ln>
            <a:noFill/>
          </a:ln>
        </p:spPr>
        <p:txBody>
          <a:bodyPr anchorCtr="0" anchor="b" bIns="91425" lIns="182875" spcFirstLastPara="1" rIns="228600" wrap="square" tIns="45700">
            <a:normAutofit/>
          </a:bodyPr>
          <a:lstStyle>
            <a:lvl1pPr lvl="0" algn="r">
              <a:lnSpc>
                <a:spcPct val="80000"/>
              </a:lnSpc>
              <a:spcBef>
                <a:spcPts val="0"/>
              </a:spcBef>
              <a:spcAft>
                <a:spcPts val="0"/>
              </a:spcAft>
              <a:buClr>
                <a:schemeClr val="accent1"/>
              </a:buClr>
              <a:buSzPts val="7200"/>
              <a:buFont typeface="Oswald SemiBold"/>
              <a:buNone/>
              <a:defRPr sz="72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 name="Google Shape;162;p34"/>
          <p:cNvSpPr txBox="1"/>
          <p:nvPr>
            <p:ph idx="1" type="subTitle"/>
          </p:nvPr>
        </p:nvSpPr>
        <p:spPr>
          <a:xfrm>
            <a:off x="605431" y="5372809"/>
            <a:ext cx="2364900" cy="909000"/>
          </a:xfrm>
          <a:prstGeom prst="rect">
            <a:avLst/>
          </a:prstGeom>
          <a:solidFill>
            <a:schemeClr val="lt2"/>
          </a:solidFill>
          <a:ln>
            <a:noFill/>
          </a:ln>
        </p:spPr>
        <p:txBody>
          <a:bodyPr anchorCtr="0" anchor="b" bIns="45700" lIns="91425" spcFirstLastPara="1" rIns="91425" wrap="square" tIns="45700">
            <a:normAutofit/>
          </a:bodyPr>
          <a:lstStyle>
            <a:lvl1pPr lvl="0" algn="l">
              <a:lnSpc>
                <a:spcPct val="100000"/>
              </a:lnSpc>
              <a:spcBef>
                <a:spcPts val="1000"/>
              </a:spcBef>
              <a:spcAft>
                <a:spcPts val="0"/>
              </a:spcAft>
              <a:buClr>
                <a:srgbClr val="787C6D"/>
              </a:buClr>
              <a:buSzPts val="1600"/>
              <a:buNone/>
              <a:defRPr sz="1600" cap="none">
                <a:solidFill>
                  <a:srgbClr val="787C6D"/>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63" name="Google Shape;163;p34"/>
          <p:cNvSpPr txBox="1"/>
          <p:nvPr>
            <p:ph idx="11" type="ftr"/>
          </p:nvPr>
        </p:nvSpPr>
        <p:spPr>
          <a:xfrm>
            <a:off x="9547529" y="612251"/>
            <a:ext cx="2070300" cy="519000"/>
          </a:xfrm>
          <a:prstGeom prst="rect">
            <a:avLst/>
          </a:prstGeom>
          <a:solidFill>
            <a:schemeClr val="lt2"/>
          </a:solidFill>
          <a:ln>
            <a:noFill/>
          </a:ln>
        </p:spPr>
        <p:txBody>
          <a:bodyPr anchorCtr="0" anchor="t"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34"/>
          <p:cNvSpPr txBox="1"/>
          <p:nvPr>
            <p:ph idx="10" type="dt"/>
          </p:nvPr>
        </p:nvSpPr>
        <p:spPr>
          <a:xfrm rot="5400000">
            <a:off x="10897386" y="5229900"/>
            <a:ext cx="1223700" cy="365100"/>
          </a:xfrm>
          <a:prstGeom prst="rect">
            <a:avLst/>
          </a:prstGeom>
          <a:solidFill>
            <a:schemeClr val="lt2"/>
          </a:solidFill>
          <a:ln>
            <a:noFill/>
          </a:ln>
        </p:spPr>
        <p:txBody>
          <a:bodyPr anchorCtr="0" anchor="ctr" bIns="45700" lIns="91425" spcFirstLastPara="1" rIns="18287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34"/>
          <p:cNvSpPr txBox="1"/>
          <p:nvPr>
            <p:ph idx="12" type="sldNum"/>
          </p:nvPr>
        </p:nvSpPr>
        <p:spPr>
          <a:xfrm>
            <a:off x="11201400" y="6029866"/>
            <a:ext cx="461400" cy="365100"/>
          </a:xfrm>
          <a:prstGeom prst="rect">
            <a:avLst/>
          </a:prstGeom>
          <a:solidFill>
            <a:schemeClr val="lt2"/>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type="obj">
  <p:cSld name="OBJECT">
    <p:spTree>
      <p:nvGrpSpPr>
        <p:cNvPr id="166" name="Shape 166"/>
        <p:cNvGrpSpPr/>
        <p:nvPr/>
      </p:nvGrpSpPr>
      <p:grpSpPr>
        <a:xfrm>
          <a:off x="0" y="0"/>
          <a:ext cx="0" cy="0"/>
          <a:chOff x="0" y="0"/>
          <a:chExt cx="0" cy="0"/>
        </a:xfrm>
      </p:grpSpPr>
      <p:sp>
        <p:nvSpPr>
          <p:cNvPr id="167" name="Google Shape;167;p35"/>
          <p:cNvSpPr txBox="1"/>
          <p:nvPr>
            <p:ph type="title"/>
          </p:nvPr>
        </p:nvSpPr>
        <p:spPr>
          <a:xfrm>
            <a:off x="602986" y="265728"/>
            <a:ext cx="10981200" cy="132570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 name="Google Shape;168;p35"/>
          <p:cNvSpPr txBox="1"/>
          <p:nvPr>
            <p:ph idx="1" type="body"/>
          </p:nvPr>
        </p:nvSpPr>
        <p:spPr>
          <a:xfrm>
            <a:off x="602986" y="1736176"/>
            <a:ext cx="10981200" cy="41988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 name="Google Shape;169;p35"/>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35"/>
          <p:cNvSpPr txBox="1"/>
          <p:nvPr>
            <p:ph idx="10" type="dt"/>
          </p:nvPr>
        </p:nvSpPr>
        <p:spPr>
          <a:xfrm>
            <a:off x="10058400" y="6029868"/>
            <a:ext cx="1182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35"/>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on imagen 2">
  <p:cSld name="Título con imagen 2">
    <p:spTree>
      <p:nvGrpSpPr>
        <p:cNvPr id="172" name="Shape 172"/>
        <p:cNvGrpSpPr/>
        <p:nvPr/>
      </p:nvGrpSpPr>
      <p:grpSpPr>
        <a:xfrm>
          <a:off x="0" y="0"/>
          <a:ext cx="0" cy="0"/>
          <a:chOff x="0" y="0"/>
          <a:chExt cx="0" cy="0"/>
        </a:xfrm>
      </p:grpSpPr>
      <p:sp>
        <p:nvSpPr>
          <p:cNvPr id="173" name="Google Shape;173;p36"/>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174" name="Google Shape;174;p36"/>
          <p:cNvCxnSpPr/>
          <p:nvPr/>
        </p:nvCxnSpPr>
        <p:spPr>
          <a:xfrm>
            <a:off x="11506200" y="637890"/>
            <a:ext cx="0" cy="5572500"/>
          </a:xfrm>
          <a:prstGeom prst="straightConnector1">
            <a:avLst/>
          </a:prstGeom>
          <a:noFill/>
          <a:ln cap="flat" cmpd="sng" w="12700">
            <a:solidFill>
              <a:schemeClr val="dk2">
                <a:alpha val="50199"/>
              </a:schemeClr>
            </a:solidFill>
            <a:prstDash val="solid"/>
            <a:miter lim="800000"/>
            <a:headEnd len="sm" w="sm" type="none"/>
            <a:tailEnd len="sm" w="sm" type="none"/>
          </a:ln>
        </p:spPr>
      </p:cxnSp>
      <p:pic>
        <p:nvPicPr>
          <p:cNvPr id="175" name="Google Shape;175;p36"/>
          <p:cNvPicPr preferRelativeResize="0"/>
          <p:nvPr>
            <p:ph idx="2" type="pic"/>
          </p:nvPr>
        </p:nvPicPr>
        <p:blipFill/>
        <p:spPr>
          <a:xfrm>
            <a:off x="0" y="0"/>
            <a:ext cx="8077200" cy="5486400"/>
          </a:xfrm>
          <a:prstGeom prst="rect">
            <a:avLst/>
          </a:prstGeom>
          <a:blipFill rotWithShape="1">
            <a:blip r:embed="rId2">
              <a:alphaModFix amt="70000"/>
            </a:blip>
            <a:stretch>
              <a:fillRect b="0" l="0" r="0" t="0"/>
            </a:stretch>
          </a:blipFill>
          <a:ln>
            <a:noFill/>
          </a:ln>
        </p:spPr>
      </p:pic>
      <p:sp>
        <p:nvSpPr>
          <p:cNvPr id="176" name="Google Shape;176;p36"/>
          <p:cNvSpPr txBox="1"/>
          <p:nvPr>
            <p:ph type="ctrTitle"/>
          </p:nvPr>
        </p:nvSpPr>
        <p:spPr>
          <a:xfrm>
            <a:off x="4004737" y="3339967"/>
            <a:ext cx="6838800" cy="2657400"/>
          </a:xfrm>
          <a:prstGeom prst="rect">
            <a:avLst/>
          </a:prstGeom>
          <a:solidFill>
            <a:schemeClr val="lt2"/>
          </a:solidFill>
          <a:ln>
            <a:noFill/>
          </a:ln>
        </p:spPr>
        <p:txBody>
          <a:bodyPr anchorCtr="0" anchor="t" bIns="137150" lIns="137150" spcFirstLastPara="1" rIns="91425" wrap="square" tIns="228600">
            <a:normAutofit/>
          </a:bodyPr>
          <a:lstStyle>
            <a:lvl1pPr lvl="0" algn="l">
              <a:lnSpc>
                <a:spcPct val="80000"/>
              </a:lnSpc>
              <a:spcBef>
                <a:spcPts val="0"/>
              </a:spcBef>
              <a:spcAft>
                <a:spcPts val="0"/>
              </a:spcAft>
              <a:buClr>
                <a:schemeClr val="accent1"/>
              </a:buClr>
              <a:buSzPts val="6800"/>
              <a:buFont typeface="Oswald SemiBold"/>
              <a:buNone/>
              <a:defRPr sz="68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36"/>
          <p:cNvSpPr txBox="1"/>
          <p:nvPr>
            <p:ph idx="1" type="subTitle"/>
          </p:nvPr>
        </p:nvSpPr>
        <p:spPr>
          <a:xfrm>
            <a:off x="4004737" y="5997496"/>
            <a:ext cx="6881400" cy="582600"/>
          </a:xfrm>
          <a:prstGeom prst="rect">
            <a:avLst/>
          </a:prstGeom>
          <a:noFill/>
          <a:ln>
            <a:noFill/>
          </a:ln>
        </p:spPr>
        <p:txBody>
          <a:bodyPr anchorCtr="0" anchor="t" bIns="45700" lIns="164575" spcFirstLastPara="1" rIns="91425" wrap="square" tIns="45700">
            <a:normAutofit/>
          </a:bodyPr>
          <a:lstStyle>
            <a:lvl1pPr lvl="0" algn="l">
              <a:lnSpc>
                <a:spcPct val="120000"/>
              </a:lnSpc>
              <a:spcBef>
                <a:spcPts val="1000"/>
              </a:spcBef>
              <a:spcAft>
                <a:spcPts val="0"/>
              </a:spcAft>
              <a:buClr>
                <a:srgbClr val="787C6D"/>
              </a:buClr>
              <a:buSzPts val="1600"/>
              <a:buNone/>
              <a:defRPr sz="1600" cap="none">
                <a:solidFill>
                  <a:srgbClr val="787C6D"/>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78" name="Google Shape;178;p36"/>
          <p:cNvSpPr txBox="1"/>
          <p:nvPr>
            <p:ph idx="11" type="ftr"/>
          </p:nvPr>
        </p:nvSpPr>
        <p:spPr>
          <a:xfrm>
            <a:off x="8465270" y="446266"/>
            <a:ext cx="3156600" cy="582600"/>
          </a:xfrm>
          <a:prstGeom prst="rect">
            <a:avLst/>
          </a:prstGeom>
          <a:solidFill>
            <a:schemeClr val="lt2"/>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36"/>
          <p:cNvSpPr txBox="1"/>
          <p:nvPr>
            <p:ph idx="10" type="dt"/>
          </p:nvPr>
        </p:nvSpPr>
        <p:spPr>
          <a:xfrm rot="5400000">
            <a:off x="10891055" y="5229901"/>
            <a:ext cx="1223700" cy="365100"/>
          </a:xfrm>
          <a:prstGeom prst="rect">
            <a:avLst/>
          </a:prstGeom>
          <a:solidFill>
            <a:schemeClr val="lt2"/>
          </a:solidFill>
          <a:ln>
            <a:noFill/>
          </a:ln>
        </p:spPr>
        <p:txBody>
          <a:bodyPr anchorCtr="0" anchor="ctr" bIns="45700" lIns="91425" spcFirstLastPara="1" rIns="18287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36"/>
          <p:cNvSpPr txBox="1"/>
          <p:nvPr>
            <p:ph idx="12" type="sldNum"/>
          </p:nvPr>
        </p:nvSpPr>
        <p:spPr>
          <a:xfrm>
            <a:off x="11219688" y="6029868"/>
            <a:ext cx="429300" cy="365100"/>
          </a:xfrm>
          <a:prstGeom prst="rect">
            <a:avLst/>
          </a:prstGeom>
          <a:solidFill>
            <a:schemeClr val="lt2"/>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on imagen 3">
  <p:cSld name="Título con imagen 3">
    <p:spTree>
      <p:nvGrpSpPr>
        <p:cNvPr id="181" name="Shape 181"/>
        <p:cNvGrpSpPr/>
        <p:nvPr/>
      </p:nvGrpSpPr>
      <p:grpSpPr>
        <a:xfrm>
          <a:off x="0" y="0"/>
          <a:ext cx="0" cy="0"/>
          <a:chOff x="0" y="0"/>
          <a:chExt cx="0" cy="0"/>
        </a:xfrm>
      </p:grpSpPr>
      <p:sp>
        <p:nvSpPr>
          <p:cNvPr id="182" name="Google Shape;182;p37"/>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183" name="Google Shape;183;p37"/>
          <p:cNvCxnSpPr/>
          <p:nvPr/>
        </p:nvCxnSpPr>
        <p:spPr>
          <a:xfrm>
            <a:off x="11502895" y="1090397"/>
            <a:ext cx="0" cy="4395900"/>
          </a:xfrm>
          <a:prstGeom prst="straightConnector1">
            <a:avLst/>
          </a:prstGeom>
          <a:noFill/>
          <a:ln cap="flat" cmpd="sng" w="12700">
            <a:solidFill>
              <a:schemeClr val="dk2">
                <a:alpha val="74900"/>
              </a:schemeClr>
            </a:solidFill>
            <a:prstDash val="solid"/>
            <a:miter lim="800000"/>
            <a:headEnd len="sm" w="sm" type="none"/>
            <a:tailEnd len="sm" w="sm" type="none"/>
          </a:ln>
        </p:spPr>
      </p:cxnSp>
      <p:pic>
        <p:nvPicPr>
          <p:cNvPr id="184" name="Google Shape;184;p37"/>
          <p:cNvPicPr preferRelativeResize="0"/>
          <p:nvPr>
            <p:ph idx="2" type="pic"/>
          </p:nvPr>
        </p:nvPicPr>
        <p:blipFill/>
        <p:spPr>
          <a:xfrm>
            <a:off x="-791" y="1371600"/>
            <a:ext cx="6706500" cy="5486400"/>
          </a:xfrm>
          <a:prstGeom prst="rect">
            <a:avLst/>
          </a:prstGeom>
          <a:blipFill rotWithShape="1">
            <a:blip r:embed="rId2">
              <a:alphaModFix amt="70000"/>
            </a:blip>
            <a:stretch>
              <a:fillRect b="0" l="0" r="0" t="0"/>
            </a:stretch>
          </a:blipFill>
          <a:ln>
            <a:noFill/>
          </a:ln>
        </p:spPr>
      </p:pic>
      <p:sp>
        <p:nvSpPr>
          <p:cNvPr id="185" name="Google Shape;185;p37"/>
          <p:cNvSpPr txBox="1"/>
          <p:nvPr>
            <p:ph type="ctrTitle"/>
          </p:nvPr>
        </p:nvSpPr>
        <p:spPr>
          <a:xfrm>
            <a:off x="4133850" y="685799"/>
            <a:ext cx="6373800" cy="2743200"/>
          </a:xfrm>
          <a:prstGeom prst="rect">
            <a:avLst/>
          </a:prstGeom>
          <a:solidFill>
            <a:schemeClr val="lt2"/>
          </a:solidFill>
          <a:ln>
            <a:noFill/>
          </a:ln>
        </p:spPr>
        <p:txBody>
          <a:bodyPr anchorCtr="0" anchor="b" bIns="91425" lIns="182875" spcFirstLastPara="1" rIns="91425" wrap="square" tIns="45700">
            <a:normAutofit/>
          </a:bodyPr>
          <a:lstStyle>
            <a:lvl1pPr lvl="0" algn="l">
              <a:lnSpc>
                <a:spcPct val="80000"/>
              </a:lnSpc>
              <a:spcBef>
                <a:spcPts val="0"/>
              </a:spcBef>
              <a:spcAft>
                <a:spcPts val="0"/>
              </a:spcAft>
              <a:buClr>
                <a:schemeClr val="accent1"/>
              </a:buClr>
              <a:buSzPts val="6800"/>
              <a:buFont typeface="Oswald SemiBold"/>
              <a:buNone/>
              <a:defRPr sz="68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 name="Google Shape;186;p37"/>
          <p:cNvSpPr txBox="1"/>
          <p:nvPr>
            <p:ph idx="1" type="subTitle"/>
          </p:nvPr>
        </p:nvSpPr>
        <p:spPr>
          <a:xfrm>
            <a:off x="7500457" y="5570290"/>
            <a:ext cx="4114800" cy="699600"/>
          </a:xfrm>
          <a:prstGeom prst="rect">
            <a:avLst/>
          </a:prstGeom>
          <a:noFill/>
          <a:ln>
            <a:noFill/>
          </a:ln>
        </p:spPr>
        <p:txBody>
          <a:bodyPr anchorCtr="0" anchor="b" bIns="45700" lIns="91425" spcFirstLastPara="1" rIns="91425" wrap="square" tIns="45700">
            <a:normAutofit/>
          </a:bodyPr>
          <a:lstStyle>
            <a:lvl1pPr lvl="0" algn="r">
              <a:lnSpc>
                <a:spcPct val="120000"/>
              </a:lnSpc>
              <a:spcBef>
                <a:spcPts val="1000"/>
              </a:spcBef>
              <a:spcAft>
                <a:spcPts val="0"/>
              </a:spcAft>
              <a:buClr>
                <a:srgbClr val="787C6D"/>
              </a:buClr>
              <a:buSzPts val="1600"/>
              <a:buNone/>
              <a:defRPr sz="1600" cap="none">
                <a:solidFill>
                  <a:srgbClr val="787C6D"/>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87" name="Google Shape;187;p37"/>
          <p:cNvSpPr txBox="1"/>
          <p:nvPr>
            <p:ph idx="12" type="sldNum"/>
          </p:nvPr>
        </p:nvSpPr>
        <p:spPr>
          <a:xfrm>
            <a:off x="145716" y="508084"/>
            <a:ext cx="4293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8" name="Google Shape;188;p37"/>
          <p:cNvSpPr txBox="1"/>
          <p:nvPr>
            <p:ph idx="10" type="dt"/>
          </p:nvPr>
        </p:nvSpPr>
        <p:spPr>
          <a:xfrm>
            <a:off x="603663" y="508084"/>
            <a:ext cx="1203300" cy="365100"/>
          </a:xfrm>
          <a:prstGeom prst="rect">
            <a:avLst/>
          </a:prstGeom>
          <a:solidFill>
            <a:schemeClr val="lt2"/>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37"/>
          <p:cNvSpPr txBox="1"/>
          <p:nvPr>
            <p:ph idx="11" type="ftr"/>
          </p:nvPr>
        </p:nvSpPr>
        <p:spPr>
          <a:xfrm>
            <a:off x="10134603" y="612063"/>
            <a:ext cx="1487400" cy="478200"/>
          </a:xfrm>
          <a:prstGeom prst="rect">
            <a:avLst/>
          </a:prstGeom>
          <a:solidFill>
            <a:schemeClr val="lt2"/>
          </a:solidFill>
          <a:ln>
            <a:noFill/>
          </a:ln>
        </p:spPr>
        <p:txBody>
          <a:bodyPr anchorCtr="0" anchor="t"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on imagen 4">
  <p:cSld name="Título con imagen 4">
    <p:spTree>
      <p:nvGrpSpPr>
        <p:cNvPr id="190" name="Shape 190"/>
        <p:cNvGrpSpPr/>
        <p:nvPr/>
      </p:nvGrpSpPr>
      <p:grpSpPr>
        <a:xfrm>
          <a:off x="0" y="0"/>
          <a:ext cx="0" cy="0"/>
          <a:chOff x="0" y="0"/>
          <a:chExt cx="0" cy="0"/>
        </a:xfrm>
      </p:grpSpPr>
      <p:sp>
        <p:nvSpPr>
          <p:cNvPr id="191" name="Google Shape;191;p38"/>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192" name="Google Shape;192;p38"/>
          <p:cNvCxnSpPr/>
          <p:nvPr/>
        </p:nvCxnSpPr>
        <p:spPr>
          <a:xfrm>
            <a:off x="687188" y="1339110"/>
            <a:ext cx="0" cy="3352800"/>
          </a:xfrm>
          <a:prstGeom prst="straightConnector1">
            <a:avLst/>
          </a:prstGeom>
          <a:noFill/>
          <a:ln cap="flat" cmpd="sng" w="12700">
            <a:solidFill>
              <a:schemeClr val="dk2">
                <a:alpha val="74900"/>
              </a:schemeClr>
            </a:solidFill>
            <a:prstDash val="solid"/>
            <a:miter lim="800000"/>
            <a:headEnd len="sm" w="sm" type="none"/>
            <a:tailEnd len="sm" w="sm" type="none"/>
          </a:ln>
        </p:spPr>
      </p:cxnSp>
      <p:cxnSp>
        <p:nvCxnSpPr>
          <p:cNvPr id="193" name="Google Shape;193;p38"/>
          <p:cNvCxnSpPr/>
          <p:nvPr/>
        </p:nvCxnSpPr>
        <p:spPr>
          <a:xfrm>
            <a:off x="923544" y="6212428"/>
            <a:ext cx="10326600" cy="0"/>
          </a:xfrm>
          <a:prstGeom prst="straightConnector1">
            <a:avLst/>
          </a:prstGeom>
          <a:noFill/>
          <a:ln cap="flat" cmpd="sng" w="12700">
            <a:solidFill>
              <a:schemeClr val="dk2">
                <a:alpha val="74900"/>
              </a:schemeClr>
            </a:solidFill>
            <a:prstDash val="solid"/>
            <a:miter lim="800000"/>
            <a:headEnd len="sm" w="sm" type="none"/>
            <a:tailEnd len="sm" w="sm" type="none"/>
          </a:ln>
        </p:spPr>
      </p:cxnSp>
      <p:pic>
        <p:nvPicPr>
          <p:cNvPr id="194" name="Google Shape;194;p38"/>
          <p:cNvPicPr preferRelativeResize="0"/>
          <p:nvPr>
            <p:ph idx="2" type="pic"/>
          </p:nvPr>
        </p:nvPicPr>
        <p:blipFill/>
        <p:spPr>
          <a:xfrm>
            <a:off x="4800600" y="1371600"/>
            <a:ext cx="6705600" cy="4191000"/>
          </a:xfrm>
          <a:prstGeom prst="rect">
            <a:avLst/>
          </a:prstGeom>
          <a:blipFill rotWithShape="1">
            <a:blip r:embed="rId2">
              <a:alphaModFix amt="70000"/>
            </a:blip>
            <a:stretch>
              <a:fillRect b="0" l="0" r="0" t="0"/>
            </a:stretch>
          </a:blipFill>
          <a:ln>
            <a:noFill/>
          </a:ln>
        </p:spPr>
      </p:pic>
      <p:sp>
        <p:nvSpPr>
          <p:cNvPr id="195" name="Google Shape;195;p38"/>
          <p:cNvSpPr txBox="1"/>
          <p:nvPr>
            <p:ph type="ctrTitle"/>
          </p:nvPr>
        </p:nvSpPr>
        <p:spPr>
          <a:xfrm>
            <a:off x="500213" y="3447288"/>
            <a:ext cx="5852100" cy="3072900"/>
          </a:xfrm>
          <a:prstGeom prst="rect">
            <a:avLst/>
          </a:prstGeom>
          <a:solidFill>
            <a:schemeClr val="lt2"/>
          </a:solidFill>
          <a:ln>
            <a:noFill/>
          </a:ln>
        </p:spPr>
        <p:txBody>
          <a:bodyPr anchorCtr="0" anchor="b" bIns="91425" lIns="182875" spcFirstLastPara="1" rIns="228600" wrap="square" tIns="45700">
            <a:normAutofit/>
          </a:bodyPr>
          <a:lstStyle>
            <a:lvl1pPr lvl="0" algn="l">
              <a:lnSpc>
                <a:spcPct val="80000"/>
              </a:lnSpc>
              <a:spcBef>
                <a:spcPts val="0"/>
              </a:spcBef>
              <a:spcAft>
                <a:spcPts val="0"/>
              </a:spcAft>
              <a:buClr>
                <a:schemeClr val="accent1"/>
              </a:buClr>
              <a:buSzPts val="7200"/>
              <a:buFont typeface="Oswald SemiBold"/>
              <a:buNone/>
              <a:defRPr sz="72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 name="Google Shape;196;p38"/>
          <p:cNvSpPr txBox="1"/>
          <p:nvPr>
            <p:ph idx="1" type="subTitle"/>
          </p:nvPr>
        </p:nvSpPr>
        <p:spPr>
          <a:xfrm>
            <a:off x="592362" y="612648"/>
            <a:ext cx="3248100" cy="759000"/>
          </a:xfrm>
          <a:prstGeom prst="rect">
            <a:avLst/>
          </a:prstGeom>
          <a:solidFill>
            <a:schemeClr val="lt2"/>
          </a:solidFill>
          <a:ln>
            <a:noFill/>
          </a:ln>
        </p:spPr>
        <p:txBody>
          <a:bodyPr anchorCtr="0" anchor="t" bIns="45700" lIns="91425" spcFirstLastPara="1" rIns="91425" wrap="square" tIns="45700">
            <a:normAutofit/>
          </a:bodyPr>
          <a:lstStyle>
            <a:lvl1pPr lvl="0" algn="l">
              <a:lnSpc>
                <a:spcPct val="100000"/>
              </a:lnSpc>
              <a:spcBef>
                <a:spcPts val="1000"/>
              </a:spcBef>
              <a:spcAft>
                <a:spcPts val="0"/>
              </a:spcAft>
              <a:buClr>
                <a:srgbClr val="787C6D"/>
              </a:buClr>
              <a:buSzPts val="1600"/>
              <a:buNone/>
              <a:defRPr sz="1600" cap="none">
                <a:solidFill>
                  <a:srgbClr val="787C6D"/>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97" name="Google Shape;197;p38"/>
          <p:cNvSpPr txBox="1"/>
          <p:nvPr>
            <p:ph idx="11" type="ftr"/>
          </p:nvPr>
        </p:nvSpPr>
        <p:spPr>
          <a:xfrm>
            <a:off x="8763000" y="620267"/>
            <a:ext cx="2854800" cy="443700"/>
          </a:xfrm>
          <a:prstGeom prst="rect">
            <a:avLst/>
          </a:prstGeom>
          <a:solidFill>
            <a:schemeClr val="lt2"/>
          </a:solidFill>
          <a:ln>
            <a:noFill/>
          </a:ln>
        </p:spPr>
        <p:txBody>
          <a:bodyPr anchorCtr="0" anchor="t"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38"/>
          <p:cNvSpPr txBox="1"/>
          <p:nvPr>
            <p:ph idx="10" type="dt"/>
          </p:nvPr>
        </p:nvSpPr>
        <p:spPr>
          <a:xfrm>
            <a:off x="9973610" y="6055170"/>
            <a:ext cx="1256700" cy="365100"/>
          </a:xfrm>
          <a:prstGeom prst="rect">
            <a:avLst/>
          </a:prstGeom>
          <a:solidFill>
            <a:schemeClr val="lt2"/>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38"/>
          <p:cNvSpPr txBox="1"/>
          <p:nvPr>
            <p:ph idx="12" type="sldNum"/>
          </p:nvPr>
        </p:nvSpPr>
        <p:spPr>
          <a:xfrm>
            <a:off x="11230348" y="6055170"/>
            <a:ext cx="461400" cy="365100"/>
          </a:xfrm>
          <a:prstGeom prst="rect">
            <a:avLst/>
          </a:prstGeom>
          <a:solidFill>
            <a:schemeClr val="lt2"/>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on imagen 5">
  <p:cSld name="Título con imagen 5">
    <p:spTree>
      <p:nvGrpSpPr>
        <p:cNvPr id="200" name="Shape 200"/>
        <p:cNvGrpSpPr/>
        <p:nvPr/>
      </p:nvGrpSpPr>
      <p:grpSpPr>
        <a:xfrm>
          <a:off x="0" y="0"/>
          <a:ext cx="0" cy="0"/>
          <a:chOff x="0" y="0"/>
          <a:chExt cx="0" cy="0"/>
        </a:xfrm>
      </p:grpSpPr>
      <p:sp>
        <p:nvSpPr>
          <p:cNvPr id="201" name="Google Shape;201;p39"/>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202" name="Google Shape;202;p39"/>
          <p:cNvCxnSpPr/>
          <p:nvPr/>
        </p:nvCxnSpPr>
        <p:spPr>
          <a:xfrm>
            <a:off x="11500489" y="1054208"/>
            <a:ext cx="0" cy="4782000"/>
          </a:xfrm>
          <a:prstGeom prst="straightConnector1">
            <a:avLst/>
          </a:prstGeom>
          <a:noFill/>
          <a:ln cap="flat" cmpd="sng" w="12700">
            <a:solidFill>
              <a:schemeClr val="dk2">
                <a:alpha val="74900"/>
              </a:schemeClr>
            </a:solidFill>
            <a:prstDash val="solid"/>
            <a:miter lim="800000"/>
            <a:headEnd len="sm" w="sm" type="none"/>
            <a:tailEnd len="sm" w="sm" type="none"/>
          </a:ln>
        </p:spPr>
      </p:cxnSp>
      <p:sp>
        <p:nvSpPr>
          <p:cNvPr id="203" name="Google Shape;203;p39"/>
          <p:cNvSpPr txBox="1"/>
          <p:nvPr>
            <p:ph type="ctrTitle"/>
          </p:nvPr>
        </p:nvSpPr>
        <p:spPr>
          <a:xfrm>
            <a:off x="673753" y="355601"/>
            <a:ext cx="8275500" cy="1693200"/>
          </a:xfrm>
          <a:prstGeom prst="rect">
            <a:avLst/>
          </a:prstGeom>
          <a:noFill/>
          <a:ln>
            <a:noFill/>
          </a:ln>
        </p:spPr>
        <p:txBody>
          <a:bodyPr anchorCtr="0" anchor="b" bIns="137150" lIns="91425" spcFirstLastPara="1" rIns="91425" wrap="square" tIns="45700">
            <a:normAutofit/>
          </a:bodyPr>
          <a:lstStyle>
            <a:lvl1pPr lvl="0" algn="l">
              <a:lnSpc>
                <a:spcPct val="80000"/>
              </a:lnSpc>
              <a:spcBef>
                <a:spcPts val="0"/>
              </a:spcBef>
              <a:spcAft>
                <a:spcPts val="0"/>
              </a:spcAft>
              <a:buClr>
                <a:schemeClr val="accent1"/>
              </a:buClr>
              <a:buSzPts val="5800"/>
              <a:buFont typeface="Oswald SemiBold"/>
              <a:buNone/>
              <a:defRPr sz="58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4" name="Google Shape;204;p39"/>
          <p:cNvSpPr txBox="1"/>
          <p:nvPr>
            <p:ph idx="1" type="subTitle"/>
          </p:nvPr>
        </p:nvSpPr>
        <p:spPr>
          <a:xfrm>
            <a:off x="673752" y="1902527"/>
            <a:ext cx="8275500" cy="498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Clr>
                <a:schemeClr val="accent5"/>
              </a:buClr>
              <a:buSzPts val="1400"/>
              <a:buNone/>
              <a:defRPr sz="1400" cap="none">
                <a:solidFill>
                  <a:schemeClr val="accent5"/>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pic>
        <p:nvPicPr>
          <p:cNvPr id="205" name="Google Shape;205;p39"/>
          <p:cNvPicPr preferRelativeResize="0"/>
          <p:nvPr>
            <p:ph idx="2" type="pic"/>
          </p:nvPr>
        </p:nvPicPr>
        <p:blipFill/>
        <p:spPr>
          <a:xfrm>
            <a:off x="-1" y="2441123"/>
            <a:ext cx="10495200" cy="4416900"/>
          </a:xfrm>
          <a:prstGeom prst="rect">
            <a:avLst/>
          </a:prstGeom>
          <a:blipFill rotWithShape="1">
            <a:blip r:embed="rId2">
              <a:alphaModFix amt="70000"/>
            </a:blip>
            <a:stretch>
              <a:fillRect b="0" l="0" r="0" t="0"/>
            </a:stretch>
          </a:blipFill>
          <a:ln>
            <a:noFill/>
          </a:ln>
        </p:spPr>
      </p:pic>
      <p:sp>
        <p:nvSpPr>
          <p:cNvPr id="206" name="Google Shape;206;p39"/>
          <p:cNvSpPr txBox="1"/>
          <p:nvPr>
            <p:ph idx="11" type="ftr"/>
          </p:nvPr>
        </p:nvSpPr>
        <p:spPr>
          <a:xfrm>
            <a:off x="9753600" y="613218"/>
            <a:ext cx="1865100" cy="535800"/>
          </a:xfrm>
          <a:prstGeom prst="rect">
            <a:avLst/>
          </a:prstGeom>
          <a:solidFill>
            <a:schemeClr val="lt2"/>
          </a:solidFill>
          <a:ln>
            <a:noFill/>
          </a:ln>
        </p:spPr>
        <p:txBody>
          <a:bodyPr anchorCtr="0" anchor="t"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39"/>
          <p:cNvSpPr txBox="1"/>
          <p:nvPr>
            <p:ph idx="10" type="dt"/>
          </p:nvPr>
        </p:nvSpPr>
        <p:spPr>
          <a:xfrm rot="5400000">
            <a:off x="10880888" y="5137711"/>
            <a:ext cx="1256700" cy="365100"/>
          </a:xfrm>
          <a:prstGeom prst="rect">
            <a:avLst/>
          </a:prstGeom>
          <a:solidFill>
            <a:schemeClr val="lt2"/>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39"/>
          <p:cNvSpPr txBox="1"/>
          <p:nvPr>
            <p:ph idx="12" type="sldNum"/>
          </p:nvPr>
        </p:nvSpPr>
        <p:spPr>
          <a:xfrm>
            <a:off x="11186803" y="6029867"/>
            <a:ext cx="461400" cy="365100"/>
          </a:xfrm>
          <a:prstGeom prst="rect">
            <a:avLst/>
          </a:prstGeom>
          <a:solidFill>
            <a:schemeClr val="lt2"/>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on imagen 6">
  <p:cSld name="Título con imagen 6">
    <p:spTree>
      <p:nvGrpSpPr>
        <p:cNvPr id="209" name="Shape 209"/>
        <p:cNvGrpSpPr/>
        <p:nvPr/>
      </p:nvGrpSpPr>
      <p:grpSpPr>
        <a:xfrm>
          <a:off x="0" y="0"/>
          <a:ext cx="0" cy="0"/>
          <a:chOff x="0" y="0"/>
          <a:chExt cx="0" cy="0"/>
        </a:xfrm>
      </p:grpSpPr>
      <p:sp>
        <p:nvSpPr>
          <p:cNvPr id="210" name="Google Shape;210;p40"/>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211" name="Google Shape;211;p40"/>
          <p:cNvCxnSpPr/>
          <p:nvPr/>
        </p:nvCxnSpPr>
        <p:spPr>
          <a:xfrm>
            <a:off x="11502284" y="760367"/>
            <a:ext cx="0" cy="5387400"/>
          </a:xfrm>
          <a:prstGeom prst="straightConnector1">
            <a:avLst/>
          </a:prstGeom>
          <a:noFill/>
          <a:ln cap="flat" cmpd="sng" w="12700">
            <a:solidFill>
              <a:schemeClr val="dk2">
                <a:alpha val="74900"/>
              </a:schemeClr>
            </a:solidFill>
            <a:prstDash val="solid"/>
            <a:miter lim="800000"/>
            <a:headEnd len="sm" w="sm" type="none"/>
            <a:tailEnd len="sm" w="sm" type="none"/>
          </a:ln>
        </p:spPr>
      </p:cxnSp>
      <p:sp>
        <p:nvSpPr>
          <p:cNvPr id="212" name="Google Shape;212;p40"/>
          <p:cNvSpPr txBox="1"/>
          <p:nvPr>
            <p:ph type="ctrTitle"/>
          </p:nvPr>
        </p:nvSpPr>
        <p:spPr>
          <a:xfrm>
            <a:off x="634070" y="4370832"/>
            <a:ext cx="9546300" cy="1668900"/>
          </a:xfrm>
          <a:prstGeom prst="rect">
            <a:avLst/>
          </a:prstGeom>
          <a:solidFill>
            <a:schemeClr val="lt2"/>
          </a:solidFill>
          <a:ln>
            <a:noFill/>
          </a:ln>
        </p:spPr>
        <p:txBody>
          <a:bodyPr anchorCtr="0" anchor="b" bIns="0" lIns="91425" spcFirstLastPara="1" rIns="91425" wrap="square" tIns="45700">
            <a:normAutofit/>
          </a:bodyPr>
          <a:lstStyle>
            <a:lvl1pPr lvl="0" algn="l">
              <a:lnSpc>
                <a:spcPct val="80000"/>
              </a:lnSpc>
              <a:spcBef>
                <a:spcPts val="0"/>
              </a:spcBef>
              <a:spcAft>
                <a:spcPts val="0"/>
              </a:spcAft>
              <a:buClr>
                <a:schemeClr val="accent1"/>
              </a:buClr>
              <a:buSzPts val="6600"/>
              <a:buFont typeface="Oswald SemiBold"/>
              <a:buNone/>
              <a:defRPr sz="66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40"/>
          <p:cNvSpPr txBox="1"/>
          <p:nvPr>
            <p:ph idx="1" type="subTitle"/>
          </p:nvPr>
        </p:nvSpPr>
        <p:spPr>
          <a:xfrm>
            <a:off x="634070" y="6055054"/>
            <a:ext cx="9546300" cy="4737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Clr>
                <a:schemeClr val="accent5"/>
              </a:buClr>
              <a:buSzPts val="1400"/>
              <a:buNone/>
              <a:defRPr sz="1400" cap="none">
                <a:solidFill>
                  <a:schemeClr val="accent5"/>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pic>
        <p:nvPicPr>
          <p:cNvPr id="214" name="Google Shape;214;p40"/>
          <p:cNvPicPr preferRelativeResize="0"/>
          <p:nvPr>
            <p:ph idx="2" type="pic"/>
          </p:nvPr>
        </p:nvPicPr>
        <p:blipFill/>
        <p:spPr>
          <a:xfrm>
            <a:off x="0" y="1"/>
            <a:ext cx="10820400" cy="4114800"/>
          </a:xfrm>
          <a:prstGeom prst="rect">
            <a:avLst/>
          </a:prstGeom>
          <a:blipFill rotWithShape="1">
            <a:blip r:embed="rId2">
              <a:alphaModFix amt="70000"/>
            </a:blip>
            <a:stretch>
              <a:fillRect b="0" l="0" r="0" t="0"/>
            </a:stretch>
          </a:blipFill>
          <a:ln>
            <a:noFill/>
          </a:ln>
        </p:spPr>
      </p:pic>
      <p:sp>
        <p:nvSpPr>
          <p:cNvPr id="215" name="Google Shape;215;p40"/>
          <p:cNvSpPr txBox="1"/>
          <p:nvPr>
            <p:ph idx="11" type="ftr"/>
          </p:nvPr>
        </p:nvSpPr>
        <p:spPr>
          <a:xfrm rot="5400000">
            <a:off x="10667114" y="1260054"/>
            <a:ext cx="1678200" cy="365100"/>
          </a:xfrm>
          <a:prstGeom prst="rect">
            <a:avLst/>
          </a:prstGeom>
          <a:solidFill>
            <a:schemeClr val="lt2"/>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b="1"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40"/>
          <p:cNvSpPr txBox="1"/>
          <p:nvPr>
            <p:ph idx="10" type="dt"/>
          </p:nvPr>
        </p:nvSpPr>
        <p:spPr>
          <a:xfrm rot="5400000">
            <a:off x="10961820" y="5297703"/>
            <a:ext cx="1091100" cy="365100"/>
          </a:xfrm>
          <a:prstGeom prst="rect">
            <a:avLst/>
          </a:prstGeom>
          <a:solidFill>
            <a:schemeClr val="lt2"/>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40"/>
          <p:cNvSpPr txBox="1"/>
          <p:nvPr>
            <p:ph idx="12" type="sldNum"/>
          </p:nvPr>
        </p:nvSpPr>
        <p:spPr>
          <a:xfrm>
            <a:off x="11225781" y="6029867"/>
            <a:ext cx="422400" cy="365100"/>
          </a:xfrm>
          <a:prstGeom prst="rect">
            <a:avLst/>
          </a:prstGeom>
          <a:solidFill>
            <a:schemeClr val="lt2"/>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ype="title">
  <p:cSld name="TITLE">
    <p:spTree>
      <p:nvGrpSpPr>
        <p:cNvPr id="218" name="Shape 218"/>
        <p:cNvGrpSpPr/>
        <p:nvPr/>
      </p:nvGrpSpPr>
      <p:grpSpPr>
        <a:xfrm>
          <a:off x="0" y="0"/>
          <a:ext cx="0" cy="0"/>
          <a:chOff x="0" y="0"/>
          <a:chExt cx="0" cy="0"/>
        </a:xfrm>
      </p:grpSpPr>
      <p:sp>
        <p:nvSpPr>
          <p:cNvPr id="219" name="Google Shape;219;p41"/>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220" name="Google Shape;220;p41"/>
          <p:cNvCxnSpPr/>
          <p:nvPr/>
        </p:nvCxnSpPr>
        <p:spPr>
          <a:xfrm>
            <a:off x="689066" y="1014984"/>
            <a:ext cx="0" cy="4471500"/>
          </a:xfrm>
          <a:prstGeom prst="straightConnector1">
            <a:avLst/>
          </a:prstGeom>
          <a:noFill/>
          <a:ln cap="flat" cmpd="sng" w="12700">
            <a:solidFill>
              <a:schemeClr val="dk2">
                <a:alpha val="74900"/>
              </a:schemeClr>
            </a:solidFill>
            <a:prstDash val="solid"/>
            <a:miter lim="800000"/>
            <a:headEnd len="sm" w="sm" type="none"/>
            <a:tailEnd len="sm" w="sm" type="none"/>
          </a:ln>
        </p:spPr>
      </p:cxnSp>
      <p:cxnSp>
        <p:nvCxnSpPr>
          <p:cNvPr id="221" name="Google Shape;221;p41"/>
          <p:cNvCxnSpPr/>
          <p:nvPr/>
        </p:nvCxnSpPr>
        <p:spPr>
          <a:xfrm>
            <a:off x="11502895" y="1090397"/>
            <a:ext cx="0" cy="4743600"/>
          </a:xfrm>
          <a:prstGeom prst="straightConnector1">
            <a:avLst/>
          </a:prstGeom>
          <a:noFill/>
          <a:ln cap="flat" cmpd="sng" w="12700">
            <a:solidFill>
              <a:schemeClr val="dk2">
                <a:alpha val="74900"/>
              </a:schemeClr>
            </a:solidFill>
            <a:prstDash val="solid"/>
            <a:miter lim="800000"/>
            <a:headEnd len="sm" w="sm" type="none"/>
            <a:tailEnd len="sm" w="sm" type="none"/>
          </a:ln>
        </p:spPr>
      </p:cxnSp>
      <p:sp>
        <p:nvSpPr>
          <p:cNvPr id="222" name="Google Shape;222;p41"/>
          <p:cNvSpPr txBox="1"/>
          <p:nvPr>
            <p:ph type="ctrTitle"/>
          </p:nvPr>
        </p:nvSpPr>
        <p:spPr>
          <a:xfrm>
            <a:off x="137159" y="338328"/>
            <a:ext cx="9006900" cy="3776400"/>
          </a:xfrm>
          <a:prstGeom prst="rect">
            <a:avLst/>
          </a:prstGeom>
          <a:solidFill>
            <a:schemeClr val="lt2"/>
          </a:solidFill>
          <a:ln>
            <a:noFill/>
          </a:ln>
        </p:spPr>
        <p:txBody>
          <a:bodyPr anchorCtr="0" anchor="t" bIns="137150" lIns="91425" spcFirstLastPara="1" rIns="91425" wrap="square" tIns="45700">
            <a:normAutofit/>
          </a:bodyPr>
          <a:lstStyle>
            <a:lvl1pPr lvl="0" algn="l">
              <a:lnSpc>
                <a:spcPct val="80000"/>
              </a:lnSpc>
              <a:spcBef>
                <a:spcPts val="0"/>
              </a:spcBef>
              <a:spcAft>
                <a:spcPts val="0"/>
              </a:spcAft>
              <a:buClr>
                <a:schemeClr val="accent1"/>
              </a:buClr>
              <a:buSzPts val="8000"/>
              <a:buFont typeface="Oswald SemiBold"/>
              <a:buNone/>
              <a:defRPr sz="8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3" name="Google Shape;223;p41"/>
          <p:cNvSpPr txBox="1"/>
          <p:nvPr>
            <p:ph idx="1" type="subTitle"/>
          </p:nvPr>
        </p:nvSpPr>
        <p:spPr>
          <a:xfrm>
            <a:off x="529194" y="5496339"/>
            <a:ext cx="3585600" cy="771600"/>
          </a:xfrm>
          <a:prstGeom prst="rect">
            <a:avLst/>
          </a:prstGeom>
          <a:noFill/>
          <a:ln>
            <a:noFill/>
          </a:ln>
        </p:spPr>
        <p:txBody>
          <a:bodyPr anchorCtr="0" anchor="b" bIns="45700" lIns="91425" spcFirstLastPara="1" rIns="91425" wrap="square" tIns="45700">
            <a:normAutofit/>
          </a:bodyPr>
          <a:lstStyle>
            <a:lvl1pPr lvl="0" algn="l">
              <a:lnSpc>
                <a:spcPct val="120000"/>
              </a:lnSpc>
              <a:spcBef>
                <a:spcPts val="1000"/>
              </a:spcBef>
              <a:spcAft>
                <a:spcPts val="0"/>
              </a:spcAft>
              <a:buClr>
                <a:schemeClr val="accent5"/>
              </a:buClr>
              <a:buSzPts val="1600"/>
              <a:buNone/>
              <a:defRPr sz="1600" cap="none">
                <a:solidFill>
                  <a:schemeClr val="accent5"/>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224" name="Google Shape;224;p41"/>
          <p:cNvSpPr txBox="1"/>
          <p:nvPr>
            <p:ph idx="11" type="ftr"/>
          </p:nvPr>
        </p:nvSpPr>
        <p:spPr>
          <a:xfrm>
            <a:off x="9144000" y="487335"/>
            <a:ext cx="2474700" cy="4965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41"/>
          <p:cNvSpPr txBox="1"/>
          <p:nvPr>
            <p:ph idx="10" type="dt"/>
          </p:nvPr>
        </p:nvSpPr>
        <p:spPr>
          <a:xfrm>
            <a:off x="10058400" y="6029868"/>
            <a:ext cx="11826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6" name="Google Shape;226;p41"/>
          <p:cNvSpPr txBox="1"/>
          <p:nvPr>
            <p:ph idx="12" type="sldNum"/>
          </p:nvPr>
        </p:nvSpPr>
        <p:spPr>
          <a:xfrm>
            <a:off x="11233434" y="6029868"/>
            <a:ext cx="4293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2">
  <p:cSld name="Título 2">
    <p:spTree>
      <p:nvGrpSpPr>
        <p:cNvPr id="227" name="Shape 227"/>
        <p:cNvGrpSpPr/>
        <p:nvPr/>
      </p:nvGrpSpPr>
      <p:grpSpPr>
        <a:xfrm>
          <a:off x="0" y="0"/>
          <a:ext cx="0" cy="0"/>
          <a:chOff x="0" y="0"/>
          <a:chExt cx="0" cy="0"/>
        </a:xfrm>
      </p:grpSpPr>
      <p:sp>
        <p:nvSpPr>
          <p:cNvPr id="228" name="Google Shape;228;p42"/>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229" name="Google Shape;229;p42"/>
          <p:cNvCxnSpPr/>
          <p:nvPr/>
        </p:nvCxnSpPr>
        <p:spPr>
          <a:xfrm>
            <a:off x="11502895" y="1033580"/>
            <a:ext cx="0" cy="4800300"/>
          </a:xfrm>
          <a:prstGeom prst="straightConnector1">
            <a:avLst/>
          </a:prstGeom>
          <a:noFill/>
          <a:ln cap="flat" cmpd="sng" w="12700">
            <a:solidFill>
              <a:schemeClr val="dk2">
                <a:alpha val="74900"/>
              </a:schemeClr>
            </a:solidFill>
            <a:prstDash val="solid"/>
            <a:miter lim="800000"/>
            <a:headEnd len="sm" w="sm" type="none"/>
            <a:tailEnd len="sm" w="sm" type="none"/>
          </a:ln>
        </p:spPr>
      </p:cxnSp>
      <p:sp>
        <p:nvSpPr>
          <p:cNvPr id="230" name="Google Shape;230;p42"/>
          <p:cNvSpPr txBox="1"/>
          <p:nvPr>
            <p:ph type="ctrTitle"/>
          </p:nvPr>
        </p:nvSpPr>
        <p:spPr>
          <a:xfrm>
            <a:off x="137159" y="338328"/>
            <a:ext cx="8168700" cy="4462200"/>
          </a:xfrm>
          <a:prstGeom prst="rect">
            <a:avLst/>
          </a:prstGeom>
          <a:noFill/>
          <a:ln>
            <a:noFill/>
          </a:ln>
        </p:spPr>
        <p:txBody>
          <a:bodyPr anchorCtr="0" anchor="t" bIns="137150" lIns="91425" spcFirstLastPara="1" rIns="91425" wrap="square" tIns="45700">
            <a:normAutofit/>
          </a:bodyPr>
          <a:lstStyle>
            <a:lvl1pPr lvl="0" algn="l">
              <a:lnSpc>
                <a:spcPct val="80000"/>
              </a:lnSpc>
              <a:spcBef>
                <a:spcPts val="0"/>
              </a:spcBef>
              <a:spcAft>
                <a:spcPts val="0"/>
              </a:spcAft>
              <a:buClr>
                <a:schemeClr val="accent1"/>
              </a:buClr>
              <a:buSzPts val="9600"/>
              <a:buFont typeface="Oswald SemiBold"/>
              <a:buNone/>
              <a:defRPr sz="96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42"/>
          <p:cNvSpPr txBox="1"/>
          <p:nvPr>
            <p:ph idx="1" type="subTitle"/>
          </p:nvPr>
        </p:nvSpPr>
        <p:spPr>
          <a:xfrm>
            <a:off x="8534400" y="4754729"/>
            <a:ext cx="3084300" cy="1080300"/>
          </a:xfrm>
          <a:prstGeom prst="rect">
            <a:avLst/>
          </a:prstGeom>
          <a:solidFill>
            <a:schemeClr val="lt2"/>
          </a:solidFill>
          <a:ln>
            <a:noFill/>
          </a:ln>
        </p:spPr>
        <p:txBody>
          <a:bodyPr anchorCtr="0" anchor="b" bIns="45700" lIns="91425" spcFirstLastPara="1" rIns="91425" wrap="square" tIns="45700">
            <a:normAutofit/>
          </a:bodyPr>
          <a:lstStyle>
            <a:lvl1pPr lvl="0" algn="r">
              <a:lnSpc>
                <a:spcPct val="120000"/>
              </a:lnSpc>
              <a:spcBef>
                <a:spcPts val="1000"/>
              </a:spcBef>
              <a:spcAft>
                <a:spcPts val="0"/>
              </a:spcAft>
              <a:buClr>
                <a:schemeClr val="accent5"/>
              </a:buClr>
              <a:buSzPts val="1600"/>
              <a:buNone/>
              <a:defRPr sz="1600" cap="none">
                <a:solidFill>
                  <a:schemeClr val="accent5"/>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232" name="Google Shape;232;p42"/>
          <p:cNvSpPr txBox="1"/>
          <p:nvPr>
            <p:ph idx="11" type="ftr"/>
          </p:nvPr>
        </p:nvSpPr>
        <p:spPr>
          <a:xfrm>
            <a:off x="9144000" y="447579"/>
            <a:ext cx="2478000" cy="5859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3" name="Google Shape;233;p42"/>
          <p:cNvSpPr txBox="1"/>
          <p:nvPr>
            <p:ph idx="10" type="dt"/>
          </p:nvPr>
        </p:nvSpPr>
        <p:spPr>
          <a:xfrm>
            <a:off x="10058400" y="6029868"/>
            <a:ext cx="11826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4" name="Google Shape;234;p42"/>
          <p:cNvSpPr txBox="1"/>
          <p:nvPr>
            <p:ph idx="12" type="sldNum"/>
          </p:nvPr>
        </p:nvSpPr>
        <p:spPr>
          <a:xfrm>
            <a:off x="11233434" y="6029868"/>
            <a:ext cx="4293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3">
  <p:cSld name="Título 3">
    <p:spTree>
      <p:nvGrpSpPr>
        <p:cNvPr id="235" name="Shape 235"/>
        <p:cNvGrpSpPr/>
        <p:nvPr/>
      </p:nvGrpSpPr>
      <p:grpSpPr>
        <a:xfrm>
          <a:off x="0" y="0"/>
          <a:ext cx="0" cy="0"/>
          <a:chOff x="0" y="0"/>
          <a:chExt cx="0" cy="0"/>
        </a:xfrm>
      </p:grpSpPr>
      <p:sp>
        <p:nvSpPr>
          <p:cNvPr id="236" name="Google Shape;236;p43"/>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Light"/>
              <a:buNone/>
            </a:pPr>
            <a:r>
              <a:t/>
            </a:r>
            <a:endParaRPr b="0" i="0" sz="1800" u="none" cap="none" strike="noStrike">
              <a:solidFill>
                <a:srgbClr val="FFFFFF"/>
              </a:solidFill>
              <a:latin typeface="Calibri"/>
              <a:ea typeface="Calibri"/>
              <a:cs typeface="Calibri"/>
              <a:sym typeface="Calibri"/>
            </a:endParaRPr>
          </a:p>
        </p:txBody>
      </p:sp>
      <p:cxnSp>
        <p:nvCxnSpPr>
          <p:cNvPr id="237" name="Google Shape;237;p43"/>
          <p:cNvCxnSpPr/>
          <p:nvPr/>
        </p:nvCxnSpPr>
        <p:spPr>
          <a:xfrm>
            <a:off x="11502895" y="1028700"/>
            <a:ext cx="0" cy="4805100"/>
          </a:xfrm>
          <a:prstGeom prst="straightConnector1">
            <a:avLst/>
          </a:prstGeom>
          <a:noFill/>
          <a:ln cap="flat" cmpd="sng" w="12700">
            <a:solidFill>
              <a:schemeClr val="dk2">
                <a:alpha val="74900"/>
              </a:schemeClr>
            </a:solidFill>
            <a:prstDash val="solid"/>
            <a:miter lim="800000"/>
            <a:headEnd len="sm" w="sm" type="none"/>
            <a:tailEnd len="sm" w="sm" type="none"/>
          </a:ln>
        </p:spPr>
      </p:cxnSp>
      <p:sp>
        <p:nvSpPr>
          <p:cNvPr id="238" name="Google Shape;238;p43"/>
          <p:cNvSpPr txBox="1"/>
          <p:nvPr>
            <p:ph type="ctrTitle"/>
          </p:nvPr>
        </p:nvSpPr>
        <p:spPr>
          <a:xfrm>
            <a:off x="137159" y="338329"/>
            <a:ext cx="9197700" cy="4743600"/>
          </a:xfrm>
          <a:prstGeom prst="rect">
            <a:avLst/>
          </a:prstGeom>
          <a:noFill/>
          <a:ln>
            <a:noFill/>
          </a:ln>
        </p:spPr>
        <p:txBody>
          <a:bodyPr anchorCtr="0" anchor="t" bIns="137150" lIns="91425" spcFirstLastPara="1" rIns="91425" wrap="square" tIns="45700">
            <a:normAutofit/>
          </a:bodyPr>
          <a:lstStyle>
            <a:lvl1pPr lvl="0" algn="l">
              <a:lnSpc>
                <a:spcPct val="80000"/>
              </a:lnSpc>
              <a:spcBef>
                <a:spcPts val="0"/>
              </a:spcBef>
              <a:spcAft>
                <a:spcPts val="0"/>
              </a:spcAft>
              <a:buClr>
                <a:srgbClr val="B8B4A8"/>
              </a:buClr>
              <a:buSzPts val="11500"/>
              <a:buFont typeface="Oswald SemiBold"/>
              <a:buNone/>
              <a:defRPr sz="11500">
                <a:solidFill>
                  <a:srgbClr val="B8B4A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9" name="Google Shape;239;p43"/>
          <p:cNvSpPr txBox="1"/>
          <p:nvPr>
            <p:ph idx="1" type="subTitle"/>
          </p:nvPr>
        </p:nvSpPr>
        <p:spPr>
          <a:xfrm>
            <a:off x="584851" y="5486400"/>
            <a:ext cx="3834600" cy="771600"/>
          </a:xfrm>
          <a:prstGeom prst="rect">
            <a:avLst/>
          </a:prstGeom>
          <a:noFill/>
          <a:ln>
            <a:noFill/>
          </a:ln>
        </p:spPr>
        <p:txBody>
          <a:bodyPr anchorCtr="0" anchor="b" bIns="45700" lIns="91425" spcFirstLastPara="1" rIns="91425" wrap="square" tIns="45700">
            <a:normAutofit/>
          </a:bodyPr>
          <a:lstStyle>
            <a:lvl1pPr lvl="0" algn="l">
              <a:lnSpc>
                <a:spcPct val="120000"/>
              </a:lnSpc>
              <a:spcBef>
                <a:spcPts val="1000"/>
              </a:spcBef>
              <a:spcAft>
                <a:spcPts val="0"/>
              </a:spcAft>
              <a:buClr>
                <a:schemeClr val="accent1"/>
              </a:buClr>
              <a:buSzPts val="1600"/>
              <a:buNone/>
              <a:defRPr sz="1600" cap="none">
                <a:solidFill>
                  <a:schemeClr val="accent1"/>
                </a:solidFill>
                <a:latin typeface="Oswald SemiBold"/>
                <a:ea typeface="Oswald SemiBold"/>
                <a:cs typeface="Oswald SemiBold"/>
                <a:sym typeface="Oswald SemiBold"/>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240" name="Google Shape;240;p43"/>
          <p:cNvSpPr txBox="1"/>
          <p:nvPr>
            <p:ph idx="11" type="ftr"/>
          </p:nvPr>
        </p:nvSpPr>
        <p:spPr>
          <a:xfrm>
            <a:off x="9334826" y="463480"/>
            <a:ext cx="2287200" cy="5493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43"/>
          <p:cNvSpPr txBox="1"/>
          <p:nvPr>
            <p:ph idx="10" type="dt"/>
          </p:nvPr>
        </p:nvSpPr>
        <p:spPr>
          <a:xfrm>
            <a:off x="10058400" y="6029868"/>
            <a:ext cx="11826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43"/>
          <p:cNvSpPr txBox="1"/>
          <p:nvPr>
            <p:ph idx="12" type="sldNum"/>
          </p:nvPr>
        </p:nvSpPr>
        <p:spPr>
          <a:xfrm>
            <a:off x="11233434" y="6029868"/>
            <a:ext cx="4293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p:cSld name="Encabezado de sección">
    <p:spTree>
      <p:nvGrpSpPr>
        <p:cNvPr id="243" name="Shape 243"/>
        <p:cNvGrpSpPr/>
        <p:nvPr/>
      </p:nvGrpSpPr>
      <p:grpSpPr>
        <a:xfrm>
          <a:off x="0" y="0"/>
          <a:ext cx="0" cy="0"/>
          <a:chOff x="0" y="0"/>
          <a:chExt cx="0" cy="0"/>
        </a:xfrm>
      </p:grpSpPr>
      <p:sp>
        <p:nvSpPr>
          <p:cNvPr id="244" name="Google Shape;244;p44"/>
          <p:cNvSpPr/>
          <p:nvPr/>
        </p:nvSpPr>
        <p:spPr>
          <a:xfrm>
            <a:off x="0" y="0"/>
            <a:ext cx="12192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B286"/>
              </a:solidFill>
              <a:latin typeface="Open Sans Light"/>
              <a:ea typeface="Open Sans Light"/>
              <a:cs typeface="Open Sans Light"/>
              <a:sym typeface="Open Sans Light"/>
            </a:endParaRPr>
          </a:p>
        </p:txBody>
      </p:sp>
      <p:cxnSp>
        <p:nvCxnSpPr>
          <p:cNvPr id="245" name="Google Shape;245;p44"/>
          <p:cNvCxnSpPr/>
          <p:nvPr/>
        </p:nvCxnSpPr>
        <p:spPr>
          <a:xfrm rot="10800000">
            <a:off x="926154" y="6172185"/>
            <a:ext cx="10326900" cy="0"/>
          </a:xfrm>
          <a:prstGeom prst="straightConnector1">
            <a:avLst/>
          </a:prstGeom>
          <a:noFill/>
          <a:ln cap="flat" cmpd="sng" w="12700">
            <a:solidFill>
              <a:schemeClr val="lt2">
                <a:alpha val="47060"/>
              </a:schemeClr>
            </a:solidFill>
            <a:prstDash val="solid"/>
            <a:miter lim="800000"/>
            <a:headEnd len="sm" w="sm" type="none"/>
            <a:tailEnd len="sm" w="sm" type="none"/>
          </a:ln>
        </p:spPr>
      </p:cxnSp>
      <p:sp>
        <p:nvSpPr>
          <p:cNvPr id="246" name="Google Shape;246;p44"/>
          <p:cNvSpPr txBox="1"/>
          <p:nvPr>
            <p:ph type="title"/>
          </p:nvPr>
        </p:nvSpPr>
        <p:spPr>
          <a:xfrm>
            <a:off x="128016" y="365760"/>
            <a:ext cx="11534700" cy="5525700"/>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1"/>
              </a:buClr>
              <a:buSzPts val="11500"/>
              <a:buFont typeface="Oswald SemiBold"/>
              <a:buNone/>
              <a:defRPr sz="115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7" name="Google Shape;247;p44"/>
          <p:cNvSpPr txBox="1"/>
          <p:nvPr>
            <p:ph idx="11" type="ftr"/>
          </p:nvPr>
        </p:nvSpPr>
        <p:spPr>
          <a:xfrm>
            <a:off x="605430" y="6029868"/>
            <a:ext cx="1911000" cy="365100"/>
          </a:xfrm>
          <a:prstGeom prst="rect">
            <a:avLst/>
          </a:prstGeom>
          <a:solidFill>
            <a:schemeClr val="accen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44"/>
          <p:cNvSpPr txBox="1"/>
          <p:nvPr>
            <p:ph idx="10" type="dt"/>
          </p:nvPr>
        </p:nvSpPr>
        <p:spPr>
          <a:xfrm>
            <a:off x="10058400" y="6029868"/>
            <a:ext cx="1182600" cy="365100"/>
          </a:xfrm>
          <a:prstGeom prst="rect">
            <a:avLst/>
          </a:prstGeom>
          <a:solidFill>
            <a:schemeClr val="accen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p44"/>
          <p:cNvSpPr txBox="1"/>
          <p:nvPr>
            <p:ph idx="12" type="sldNum"/>
          </p:nvPr>
        </p:nvSpPr>
        <p:spPr>
          <a:xfrm>
            <a:off x="11233434" y="6029868"/>
            <a:ext cx="429300" cy="365100"/>
          </a:xfrm>
          <a:prstGeom prst="rect">
            <a:avLst/>
          </a:prstGeom>
          <a:solidFill>
            <a:schemeClr val="accent1"/>
          </a:solid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lt1"/>
                </a:solidFill>
                <a:latin typeface="Open Sans Light"/>
                <a:ea typeface="Open Sans Light"/>
                <a:cs typeface="Open Sans Light"/>
                <a:sym typeface="Open Sans Light"/>
              </a:defRPr>
            </a:lvl1pPr>
            <a:lvl2pPr indent="0" lvl="1" marL="0" marR="0" algn="r">
              <a:spcBef>
                <a:spcPts val="0"/>
              </a:spcBef>
              <a:buNone/>
              <a:defRPr sz="900" cap="none">
                <a:solidFill>
                  <a:schemeClr val="lt1"/>
                </a:solidFill>
                <a:latin typeface="Open Sans Light"/>
                <a:ea typeface="Open Sans Light"/>
                <a:cs typeface="Open Sans Light"/>
                <a:sym typeface="Open Sans Light"/>
              </a:defRPr>
            </a:lvl2pPr>
            <a:lvl3pPr indent="0" lvl="2" marL="0" marR="0" algn="r">
              <a:spcBef>
                <a:spcPts val="0"/>
              </a:spcBef>
              <a:buNone/>
              <a:defRPr sz="900" cap="none">
                <a:solidFill>
                  <a:schemeClr val="lt1"/>
                </a:solidFill>
                <a:latin typeface="Open Sans Light"/>
                <a:ea typeface="Open Sans Light"/>
                <a:cs typeface="Open Sans Light"/>
                <a:sym typeface="Open Sans Light"/>
              </a:defRPr>
            </a:lvl3pPr>
            <a:lvl4pPr indent="0" lvl="3" marL="0" marR="0" algn="r">
              <a:spcBef>
                <a:spcPts val="0"/>
              </a:spcBef>
              <a:buNone/>
              <a:defRPr sz="900" cap="none">
                <a:solidFill>
                  <a:schemeClr val="lt1"/>
                </a:solidFill>
                <a:latin typeface="Open Sans Light"/>
                <a:ea typeface="Open Sans Light"/>
                <a:cs typeface="Open Sans Light"/>
                <a:sym typeface="Open Sans Light"/>
              </a:defRPr>
            </a:lvl4pPr>
            <a:lvl5pPr indent="0" lvl="4" marL="0" marR="0" algn="r">
              <a:spcBef>
                <a:spcPts val="0"/>
              </a:spcBef>
              <a:buNone/>
              <a:defRPr sz="900" cap="none">
                <a:solidFill>
                  <a:schemeClr val="lt1"/>
                </a:solidFill>
                <a:latin typeface="Open Sans Light"/>
                <a:ea typeface="Open Sans Light"/>
                <a:cs typeface="Open Sans Light"/>
                <a:sym typeface="Open Sans Light"/>
              </a:defRPr>
            </a:lvl5pPr>
            <a:lvl6pPr indent="0" lvl="5" marL="0" marR="0" algn="r">
              <a:spcBef>
                <a:spcPts val="0"/>
              </a:spcBef>
              <a:buNone/>
              <a:defRPr sz="900" cap="none">
                <a:solidFill>
                  <a:schemeClr val="lt1"/>
                </a:solidFill>
                <a:latin typeface="Open Sans Light"/>
                <a:ea typeface="Open Sans Light"/>
                <a:cs typeface="Open Sans Light"/>
                <a:sym typeface="Open Sans Light"/>
              </a:defRPr>
            </a:lvl6pPr>
            <a:lvl7pPr indent="0" lvl="6" marL="0" marR="0" algn="r">
              <a:spcBef>
                <a:spcPts val="0"/>
              </a:spcBef>
              <a:buNone/>
              <a:defRPr sz="900" cap="none">
                <a:solidFill>
                  <a:schemeClr val="lt1"/>
                </a:solidFill>
                <a:latin typeface="Open Sans Light"/>
                <a:ea typeface="Open Sans Light"/>
                <a:cs typeface="Open Sans Light"/>
                <a:sym typeface="Open Sans Light"/>
              </a:defRPr>
            </a:lvl7pPr>
            <a:lvl8pPr indent="0" lvl="7" marL="0" marR="0" algn="r">
              <a:spcBef>
                <a:spcPts val="0"/>
              </a:spcBef>
              <a:buNone/>
              <a:defRPr sz="900" cap="none">
                <a:solidFill>
                  <a:schemeClr val="lt1"/>
                </a:solidFill>
                <a:latin typeface="Open Sans Light"/>
                <a:ea typeface="Open Sans Light"/>
                <a:cs typeface="Open Sans Light"/>
                <a:sym typeface="Open Sans Light"/>
              </a:defRPr>
            </a:lvl8pPr>
            <a:lvl9pPr indent="0" lvl="8" marL="0" marR="0" algn="r">
              <a:spcBef>
                <a:spcPts val="0"/>
              </a:spcBef>
              <a:buNone/>
              <a:defRPr sz="900" cap="none">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2" showMasterSp="0">
  <p:cSld name="Encabezado de sección 2">
    <p:spTree>
      <p:nvGrpSpPr>
        <p:cNvPr id="250" name="Shape 250"/>
        <p:cNvGrpSpPr/>
        <p:nvPr/>
      </p:nvGrpSpPr>
      <p:grpSpPr>
        <a:xfrm>
          <a:off x="0" y="0"/>
          <a:ext cx="0" cy="0"/>
          <a:chOff x="0" y="0"/>
          <a:chExt cx="0" cy="0"/>
        </a:xfrm>
      </p:grpSpPr>
      <p:sp>
        <p:nvSpPr>
          <p:cNvPr id="251" name="Google Shape;251;p45"/>
          <p:cNvSpPr/>
          <p:nvPr/>
        </p:nvSpPr>
        <p:spPr>
          <a:xfrm>
            <a:off x="0" y="0"/>
            <a:ext cx="12192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B286"/>
              </a:solidFill>
              <a:latin typeface="Open Sans Light"/>
              <a:ea typeface="Open Sans Light"/>
              <a:cs typeface="Open Sans Light"/>
              <a:sym typeface="Open Sans Light"/>
            </a:endParaRPr>
          </a:p>
        </p:txBody>
      </p:sp>
      <p:cxnSp>
        <p:nvCxnSpPr>
          <p:cNvPr id="252" name="Google Shape;252;p45"/>
          <p:cNvCxnSpPr/>
          <p:nvPr/>
        </p:nvCxnSpPr>
        <p:spPr>
          <a:xfrm>
            <a:off x="11506200" y="868362"/>
            <a:ext cx="0" cy="5270100"/>
          </a:xfrm>
          <a:prstGeom prst="straightConnector1">
            <a:avLst/>
          </a:prstGeom>
          <a:noFill/>
          <a:ln cap="flat" cmpd="sng" w="12700">
            <a:solidFill>
              <a:schemeClr val="lt2">
                <a:alpha val="47060"/>
              </a:schemeClr>
            </a:solidFill>
            <a:prstDash val="solid"/>
            <a:miter lim="800000"/>
            <a:headEnd len="sm" w="sm" type="none"/>
            <a:tailEnd len="sm" w="sm" type="none"/>
          </a:ln>
        </p:spPr>
      </p:cxnSp>
      <p:sp>
        <p:nvSpPr>
          <p:cNvPr id="253" name="Google Shape;253;p45"/>
          <p:cNvSpPr txBox="1"/>
          <p:nvPr>
            <p:ph type="title"/>
          </p:nvPr>
        </p:nvSpPr>
        <p:spPr>
          <a:xfrm>
            <a:off x="185877" y="1062360"/>
            <a:ext cx="9948600" cy="5762400"/>
          </a:xfrm>
          <a:prstGeom prst="rect">
            <a:avLst/>
          </a:prstGeom>
          <a:noFill/>
          <a:ln>
            <a:noFill/>
          </a:ln>
        </p:spPr>
        <p:txBody>
          <a:bodyPr anchorCtr="0" anchor="b" bIns="0" lIns="91425" spcFirstLastPara="1" rIns="91425" wrap="square" tIns="45700">
            <a:normAutofit/>
          </a:bodyPr>
          <a:lstStyle>
            <a:lvl1pPr lvl="0" algn="l">
              <a:lnSpc>
                <a:spcPct val="80000"/>
              </a:lnSpc>
              <a:spcBef>
                <a:spcPts val="0"/>
              </a:spcBef>
              <a:spcAft>
                <a:spcPts val="0"/>
              </a:spcAft>
              <a:buClr>
                <a:srgbClr val="F8B898"/>
              </a:buClr>
              <a:buSzPts val="11500"/>
              <a:buFont typeface="Oswald SemiBold"/>
              <a:buNone/>
              <a:defRPr sz="11500">
                <a:solidFill>
                  <a:srgbClr val="F8B89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45"/>
          <p:cNvSpPr txBox="1"/>
          <p:nvPr>
            <p:ph idx="11" type="ftr"/>
          </p:nvPr>
        </p:nvSpPr>
        <p:spPr>
          <a:xfrm>
            <a:off x="9677400" y="618213"/>
            <a:ext cx="1941300" cy="444000"/>
          </a:xfrm>
          <a:prstGeom prst="rect">
            <a:avLst/>
          </a:prstGeom>
          <a:solidFill>
            <a:schemeClr val="accent1"/>
          </a:solidFill>
          <a:ln>
            <a:noFill/>
          </a:ln>
        </p:spPr>
        <p:txBody>
          <a:bodyPr anchorCtr="0" anchor="t"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5" name="Google Shape;255;p45"/>
          <p:cNvSpPr txBox="1"/>
          <p:nvPr>
            <p:ph idx="10" type="dt"/>
          </p:nvPr>
        </p:nvSpPr>
        <p:spPr>
          <a:xfrm>
            <a:off x="10134600" y="5991663"/>
            <a:ext cx="1080000" cy="365100"/>
          </a:xfrm>
          <a:prstGeom prst="rect">
            <a:avLst/>
          </a:prstGeom>
          <a:solidFill>
            <a:schemeClr val="accen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6" name="Google Shape;256;p45"/>
          <p:cNvSpPr txBox="1"/>
          <p:nvPr>
            <p:ph idx="12" type="sldNum"/>
          </p:nvPr>
        </p:nvSpPr>
        <p:spPr>
          <a:xfrm>
            <a:off x="11210544" y="5991663"/>
            <a:ext cx="429300" cy="365100"/>
          </a:xfrm>
          <a:prstGeom prst="rect">
            <a:avLst/>
          </a:prstGeom>
          <a:solidFill>
            <a:schemeClr val="accent1"/>
          </a:solid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lt1"/>
                </a:solidFill>
                <a:latin typeface="Open Sans Light"/>
                <a:ea typeface="Open Sans Light"/>
                <a:cs typeface="Open Sans Light"/>
                <a:sym typeface="Open Sans Light"/>
              </a:defRPr>
            </a:lvl1pPr>
            <a:lvl2pPr indent="0" lvl="1" marL="0" marR="0" algn="r">
              <a:spcBef>
                <a:spcPts val="0"/>
              </a:spcBef>
              <a:buNone/>
              <a:defRPr sz="900" cap="none">
                <a:solidFill>
                  <a:schemeClr val="lt1"/>
                </a:solidFill>
                <a:latin typeface="Open Sans Light"/>
                <a:ea typeface="Open Sans Light"/>
                <a:cs typeface="Open Sans Light"/>
                <a:sym typeface="Open Sans Light"/>
              </a:defRPr>
            </a:lvl2pPr>
            <a:lvl3pPr indent="0" lvl="2" marL="0" marR="0" algn="r">
              <a:spcBef>
                <a:spcPts val="0"/>
              </a:spcBef>
              <a:buNone/>
              <a:defRPr sz="900" cap="none">
                <a:solidFill>
                  <a:schemeClr val="lt1"/>
                </a:solidFill>
                <a:latin typeface="Open Sans Light"/>
                <a:ea typeface="Open Sans Light"/>
                <a:cs typeface="Open Sans Light"/>
                <a:sym typeface="Open Sans Light"/>
              </a:defRPr>
            </a:lvl3pPr>
            <a:lvl4pPr indent="0" lvl="3" marL="0" marR="0" algn="r">
              <a:spcBef>
                <a:spcPts val="0"/>
              </a:spcBef>
              <a:buNone/>
              <a:defRPr sz="900" cap="none">
                <a:solidFill>
                  <a:schemeClr val="lt1"/>
                </a:solidFill>
                <a:latin typeface="Open Sans Light"/>
                <a:ea typeface="Open Sans Light"/>
                <a:cs typeface="Open Sans Light"/>
                <a:sym typeface="Open Sans Light"/>
              </a:defRPr>
            </a:lvl4pPr>
            <a:lvl5pPr indent="0" lvl="4" marL="0" marR="0" algn="r">
              <a:spcBef>
                <a:spcPts val="0"/>
              </a:spcBef>
              <a:buNone/>
              <a:defRPr sz="900" cap="none">
                <a:solidFill>
                  <a:schemeClr val="lt1"/>
                </a:solidFill>
                <a:latin typeface="Open Sans Light"/>
                <a:ea typeface="Open Sans Light"/>
                <a:cs typeface="Open Sans Light"/>
                <a:sym typeface="Open Sans Light"/>
              </a:defRPr>
            </a:lvl5pPr>
            <a:lvl6pPr indent="0" lvl="5" marL="0" marR="0" algn="r">
              <a:spcBef>
                <a:spcPts val="0"/>
              </a:spcBef>
              <a:buNone/>
              <a:defRPr sz="900" cap="none">
                <a:solidFill>
                  <a:schemeClr val="lt1"/>
                </a:solidFill>
                <a:latin typeface="Open Sans Light"/>
                <a:ea typeface="Open Sans Light"/>
                <a:cs typeface="Open Sans Light"/>
                <a:sym typeface="Open Sans Light"/>
              </a:defRPr>
            </a:lvl6pPr>
            <a:lvl7pPr indent="0" lvl="6" marL="0" marR="0" algn="r">
              <a:spcBef>
                <a:spcPts val="0"/>
              </a:spcBef>
              <a:buNone/>
              <a:defRPr sz="900" cap="none">
                <a:solidFill>
                  <a:schemeClr val="lt1"/>
                </a:solidFill>
                <a:latin typeface="Open Sans Light"/>
                <a:ea typeface="Open Sans Light"/>
                <a:cs typeface="Open Sans Light"/>
                <a:sym typeface="Open Sans Light"/>
              </a:defRPr>
            </a:lvl7pPr>
            <a:lvl8pPr indent="0" lvl="7" marL="0" marR="0" algn="r">
              <a:spcBef>
                <a:spcPts val="0"/>
              </a:spcBef>
              <a:buNone/>
              <a:defRPr sz="900" cap="none">
                <a:solidFill>
                  <a:schemeClr val="lt1"/>
                </a:solidFill>
                <a:latin typeface="Open Sans Light"/>
                <a:ea typeface="Open Sans Light"/>
                <a:cs typeface="Open Sans Light"/>
                <a:sym typeface="Open Sans Light"/>
              </a:defRPr>
            </a:lvl8pPr>
            <a:lvl9pPr indent="0" lvl="8" marL="0" marR="0" algn="r">
              <a:spcBef>
                <a:spcPts val="0"/>
              </a:spcBef>
              <a:buNone/>
              <a:defRPr sz="900" cap="none">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howMasterSp="0">
  <p:cSld name="Agenda">
    <p:spTree>
      <p:nvGrpSpPr>
        <p:cNvPr id="257" name="Shape 257"/>
        <p:cNvGrpSpPr/>
        <p:nvPr/>
      </p:nvGrpSpPr>
      <p:grpSpPr>
        <a:xfrm>
          <a:off x="0" y="0"/>
          <a:ext cx="0" cy="0"/>
          <a:chOff x="0" y="0"/>
          <a:chExt cx="0" cy="0"/>
        </a:xfrm>
      </p:grpSpPr>
      <p:sp>
        <p:nvSpPr>
          <p:cNvPr id="258" name="Google Shape;258;p46"/>
          <p:cNvSpPr/>
          <p:nvPr/>
        </p:nvSpPr>
        <p:spPr>
          <a:xfrm>
            <a:off x="1" y="0"/>
            <a:ext cx="12192000" cy="6858000"/>
          </a:xfrm>
          <a:prstGeom prst="rect">
            <a:avLst/>
          </a:prstGeom>
          <a:solidFill>
            <a:srgbClr val="D7D5C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cxnSp>
        <p:nvCxnSpPr>
          <p:cNvPr id="259" name="Google Shape;259;p46"/>
          <p:cNvCxnSpPr/>
          <p:nvPr/>
        </p:nvCxnSpPr>
        <p:spPr>
          <a:xfrm rot="10800000">
            <a:off x="1321800" y="685800"/>
            <a:ext cx="10184400" cy="0"/>
          </a:xfrm>
          <a:prstGeom prst="straightConnector1">
            <a:avLst/>
          </a:prstGeom>
          <a:noFill/>
          <a:ln cap="flat" cmpd="sng" w="12700">
            <a:solidFill>
              <a:schemeClr val="dk2">
                <a:alpha val="74900"/>
              </a:schemeClr>
            </a:solidFill>
            <a:prstDash val="solid"/>
            <a:miter lim="800000"/>
            <a:headEnd len="sm" w="sm" type="none"/>
            <a:tailEnd len="sm" w="sm" type="none"/>
          </a:ln>
        </p:spPr>
      </p:cxnSp>
      <p:sp>
        <p:nvSpPr>
          <p:cNvPr id="260" name="Google Shape;260;p46"/>
          <p:cNvSpPr/>
          <p:nvPr/>
        </p:nvSpPr>
        <p:spPr>
          <a:xfrm>
            <a:off x="4724403" y="2043904"/>
            <a:ext cx="7467600" cy="4814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261" name="Google Shape;261;p46"/>
          <p:cNvSpPr txBox="1"/>
          <p:nvPr>
            <p:ph type="title"/>
          </p:nvPr>
        </p:nvSpPr>
        <p:spPr>
          <a:xfrm rot="-5400000">
            <a:off x="-1406218" y="2720462"/>
            <a:ext cx="5645400" cy="2494200"/>
          </a:xfrm>
          <a:prstGeom prst="rect">
            <a:avLst/>
          </a:prstGeom>
          <a:solidFill>
            <a:srgbClr val="D7D5CF"/>
          </a:solid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2"/>
              </a:buClr>
              <a:buSzPts val="12000"/>
              <a:buFont typeface="Oswald SemiBold"/>
              <a:buNone/>
              <a:defRPr sz="120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2" name="Google Shape;262;p46"/>
          <p:cNvSpPr txBox="1"/>
          <p:nvPr>
            <p:ph idx="11" type="ftr"/>
          </p:nvPr>
        </p:nvSpPr>
        <p:spPr>
          <a:xfrm>
            <a:off x="586410" y="569843"/>
            <a:ext cx="1470900" cy="541800"/>
          </a:xfrm>
          <a:prstGeom prst="rect">
            <a:avLst/>
          </a:prstGeom>
          <a:solidFill>
            <a:srgbClr val="D7D5CF"/>
          </a:solidFill>
          <a:ln>
            <a:noFill/>
          </a:ln>
        </p:spPr>
        <p:txBody>
          <a:bodyPr anchorCtr="0" anchor="t" bIns="45700" lIns="91425" spcFirstLastPara="1" rIns="91425" wrap="square" tIns="45700">
            <a:noAutofit/>
          </a:bodyPr>
          <a:lstStyle>
            <a:lvl1pPr lvl="0" algn="l">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3" name="Google Shape;263;p46"/>
          <p:cNvSpPr txBox="1"/>
          <p:nvPr>
            <p:ph idx="1" type="body"/>
          </p:nvPr>
        </p:nvSpPr>
        <p:spPr>
          <a:xfrm>
            <a:off x="5410198" y="2743202"/>
            <a:ext cx="6096000" cy="34671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accent2"/>
              </a:buClr>
              <a:buSzPts val="1800"/>
              <a:buFont typeface="Oswald SemiBold"/>
              <a:buAutoNum type="arabicPeriod"/>
              <a:defRPr sz="1800"/>
            </a:lvl1pPr>
            <a:lvl2pPr indent="-330200" lvl="1" marL="914400" algn="l">
              <a:lnSpc>
                <a:spcPct val="120000"/>
              </a:lnSpc>
              <a:spcBef>
                <a:spcPts val="500"/>
              </a:spcBef>
              <a:spcAft>
                <a:spcPts val="0"/>
              </a:spcAft>
              <a:buClr>
                <a:schemeClr val="accent2"/>
              </a:buClr>
              <a:buSzPts val="1600"/>
              <a:buFont typeface="Oswald SemiBold"/>
              <a:buAutoNum type="arabicPeriod"/>
              <a:defRPr sz="1600"/>
            </a:lvl2pPr>
            <a:lvl3pPr indent="-317500" lvl="2" marL="1371600" algn="l">
              <a:lnSpc>
                <a:spcPct val="120000"/>
              </a:lnSpc>
              <a:spcBef>
                <a:spcPts val="500"/>
              </a:spcBef>
              <a:spcAft>
                <a:spcPts val="0"/>
              </a:spcAft>
              <a:buClr>
                <a:schemeClr val="accent2"/>
              </a:buClr>
              <a:buSzPts val="1400"/>
              <a:buFont typeface="Oswald SemiBold"/>
              <a:buAutoNum type="arabicPeriod"/>
              <a:defRPr sz="1400"/>
            </a:lvl3pPr>
            <a:lvl4pPr indent="-304800" lvl="3" marL="1828800" algn="l">
              <a:lnSpc>
                <a:spcPct val="120000"/>
              </a:lnSpc>
              <a:spcBef>
                <a:spcPts val="500"/>
              </a:spcBef>
              <a:spcAft>
                <a:spcPts val="0"/>
              </a:spcAft>
              <a:buClr>
                <a:schemeClr val="accent2"/>
              </a:buClr>
              <a:buSzPts val="1200"/>
              <a:buFont typeface="Oswald SemiBold"/>
              <a:buAutoNum type="arabicPeriod"/>
              <a:defRPr sz="1200"/>
            </a:lvl4pPr>
            <a:lvl5pPr indent="-304800" lvl="4" marL="2286000" algn="l">
              <a:lnSpc>
                <a:spcPct val="120000"/>
              </a:lnSpc>
              <a:spcBef>
                <a:spcPts val="500"/>
              </a:spcBef>
              <a:spcAft>
                <a:spcPts val="0"/>
              </a:spcAft>
              <a:buClr>
                <a:schemeClr val="accent2"/>
              </a:buClr>
              <a:buSzPts val="1200"/>
              <a:buFont typeface="Oswald SemiBold"/>
              <a:buAutoNum type="arabicPeriod"/>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 name="Google Shape;264;p46"/>
          <p:cNvSpPr txBox="1"/>
          <p:nvPr>
            <p:ph idx="10" type="dt"/>
          </p:nvPr>
        </p:nvSpPr>
        <p:spPr>
          <a:xfrm>
            <a:off x="9900458" y="413627"/>
            <a:ext cx="1256700" cy="545400"/>
          </a:xfrm>
          <a:prstGeom prst="rect">
            <a:avLst/>
          </a:prstGeom>
          <a:solidFill>
            <a:srgbClr val="D7D5CF"/>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5" name="Google Shape;265;p46"/>
          <p:cNvSpPr txBox="1"/>
          <p:nvPr>
            <p:ph idx="12" type="sldNum"/>
          </p:nvPr>
        </p:nvSpPr>
        <p:spPr>
          <a:xfrm>
            <a:off x="11157196" y="413627"/>
            <a:ext cx="429300" cy="545400"/>
          </a:xfrm>
          <a:prstGeom prst="rect">
            <a:avLst/>
          </a:prstGeom>
          <a:solidFill>
            <a:srgbClr val="D7D5CF"/>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con imagen" showMasterSp="0">
  <p:cSld name="Agenda con imagen">
    <p:spTree>
      <p:nvGrpSpPr>
        <p:cNvPr id="266" name="Shape 266"/>
        <p:cNvGrpSpPr/>
        <p:nvPr/>
      </p:nvGrpSpPr>
      <p:grpSpPr>
        <a:xfrm>
          <a:off x="0" y="0"/>
          <a:ext cx="0" cy="0"/>
          <a:chOff x="0" y="0"/>
          <a:chExt cx="0" cy="0"/>
        </a:xfrm>
      </p:grpSpPr>
      <p:sp>
        <p:nvSpPr>
          <p:cNvPr id="267" name="Google Shape;267;p47"/>
          <p:cNvSpPr/>
          <p:nvPr/>
        </p:nvSpPr>
        <p:spPr>
          <a:xfrm>
            <a:off x="1" y="0"/>
            <a:ext cx="12192000" cy="6858000"/>
          </a:xfrm>
          <a:prstGeom prst="rect">
            <a:avLst/>
          </a:prstGeom>
          <a:solidFill>
            <a:srgbClr val="D7D5C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268" name="Google Shape;268;p47"/>
          <p:cNvSpPr/>
          <p:nvPr/>
        </p:nvSpPr>
        <p:spPr>
          <a:xfrm>
            <a:off x="1371603" y="3415504"/>
            <a:ext cx="10820400" cy="3442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cxnSp>
        <p:nvCxnSpPr>
          <p:cNvPr id="269" name="Google Shape;269;p47"/>
          <p:cNvCxnSpPr/>
          <p:nvPr/>
        </p:nvCxnSpPr>
        <p:spPr>
          <a:xfrm rot="10800000">
            <a:off x="11506200" y="1113194"/>
            <a:ext cx="0" cy="1704000"/>
          </a:xfrm>
          <a:prstGeom prst="straightConnector1">
            <a:avLst/>
          </a:prstGeom>
          <a:noFill/>
          <a:ln cap="flat" cmpd="sng" w="12700">
            <a:solidFill>
              <a:schemeClr val="dk2">
                <a:alpha val="74900"/>
              </a:schemeClr>
            </a:solidFill>
            <a:prstDash val="solid"/>
            <a:miter lim="800000"/>
            <a:headEnd len="sm" w="sm" type="none"/>
            <a:tailEnd len="sm" w="sm" type="none"/>
          </a:ln>
        </p:spPr>
      </p:cxnSp>
      <p:sp>
        <p:nvSpPr>
          <p:cNvPr id="270" name="Google Shape;270;p47"/>
          <p:cNvSpPr txBox="1"/>
          <p:nvPr>
            <p:ph type="title"/>
          </p:nvPr>
        </p:nvSpPr>
        <p:spPr>
          <a:xfrm>
            <a:off x="146306" y="182880"/>
            <a:ext cx="7930800" cy="2238600"/>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2"/>
              </a:buClr>
              <a:buSzPts val="12000"/>
              <a:buFont typeface="Oswald SemiBold"/>
              <a:buNone/>
              <a:defRPr sz="120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47"/>
          <p:cNvSpPr txBox="1"/>
          <p:nvPr>
            <p:ph idx="1" type="body"/>
          </p:nvPr>
        </p:nvSpPr>
        <p:spPr>
          <a:xfrm>
            <a:off x="1804946" y="3840480"/>
            <a:ext cx="6543900" cy="25365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accent2"/>
              </a:buClr>
              <a:buSzPts val="1800"/>
              <a:buFont typeface="Oswald SemiBold"/>
              <a:buAutoNum type="arabicPeriod"/>
              <a:defRPr sz="1800"/>
            </a:lvl1pPr>
            <a:lvl2pPr indent="-330200" lvl="1" marL="914400" algn="l">
              <a:lnSpc>
                <a:spcPct val="120000"/>
              </a:lnSpc>
              <a:spcBef>
                <a:spcPts val="500"/>
              </a:spcBef>
              <a:spcAft>
                <a:spcPts val="0"/>
              </a:spcAft>
              <a:buClr>
                <a:schemeClr val="accent2"/>
              </a:buClr>
              <a:buSzPts val="1600"/>
              <a:buFont typeface="Oswald SemiBold"/>
              <a:buAutoNum type="arabicPeriod"/>
              <a:defRPr sz="1600"/>
            </a:lvl2pPr>
            <a:lvl3pPr indent="-317500" lvl="2" marL="1371600" algn="l">
              <a:lnSpc>
                <a:spcPct val="120000"/>
              </a:lnSpc>
              <a:spcBef>
                <a:spcPts val="500"/>
              </a:spcBef>
              <a:spcAft>
                <a:spcPts val="0"/>
              </a:spcAft>
              <a:buClr>
                <a:schemeClr val="accent2"/>
              </a:buClr>
              <a:buSzPts val="1400"/>
              <a:buFont typeface="Oswald SemiBold"/>
              <a:buAutoNum type="arabicPeriod"/>
              <a:defRPr sz="1400"/>
            </a:lvl3pPr>
            <a:lvl4pPr indent="-304800" lvl="3" marL="1828800" algn="l">
              <a:lnSpc>
                <a:spcPct val="120000"/>
              </a:lnSpc>
              <a:spcBef>
                <a:spcPts val="500"/>
              </a:spcBef>
              <a:spcAft>
                <a:spcPts val="0"/>
              </a:spcAft>
              <a:buClr>
                <a:schemeClr val="accent2"/>
              </a:buClr>
              <a:buSzPts val="1200"/>
              <a:buFont typeface="Oswald SemiBold"/>
              <a:buAutoNum type="arabicPeriod"/>
              <a:defRPr sz="1200"/>
            </a:lvl4pPr>
            <a:lvl5pPr indent="-304800" lvl="4" marL="2286000" algn="l">
              <a:lnSpc>
                <a:spcPct val="120000"/>
              </a:lnSpc>
              <a:spcBef>
                <a:spcPts val="500"/>
              </a:spcBef>
              <a:spcAft>
                <a:spcPts val="0"/>
              </a:spcAft>
              <a:buClr>
                <a:schemeClr val="accent2"/>
              </a:buClr>
              <a:buSzPts val="1200"/>
              <a:buFont typeface="Oswald SemiBold"/>
              <a:buAutoNum type="arabicPeriod"/>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 name="Google Shape;272;p47"/>
          <p:cNvSpPr txBox="1"/>
          <p:nvPr>
            <p:ph idx="11" type="ftr"/>
          </p:nvPr>
        </p:nvSpPr>
        <p:spPr>
          <a:xfrm>
            <a:off x="10134611" y="612381"/>
            <a:ext cx="1484100" cy="4794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3" name="Google Shape;273;p47"/>
          <p:cNvSpPr txBox="1"/>
          <p:nvPr>
            <p:ph idx="10" type="dt"/>
          </p:nvPr>
        </p:nvSpPr>
        <p:spPr>
          <a:xfrm>
            <a:off x="9933512" y="2756699"/>
            <a:ext cx="1256700" cy="423900"/>
          </a:xfrm>
          <a:prstGeom prst="rect">
            <a:avLst/>
          </a:prstGeom>
          <a:solidFill>
            <a:srgbClr val="D7D5CF"/>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4" name="Google Shape;274;p47"/>
          <p:cNvSpPr txBox="1"/>
          <p:nvPr>
            <p:ph idx="12" type="sldNum"/>
          </p:nvPr>
        </p:nvSpPr>
        <p:spPr>
          <a:xfrm>
            <a:off x="11210544" y="2756699"/>
            <a:ext cx="429300" cy="423900"/>
          </a:xfrm>
          <a:prstGeom prst="rect">
            <a:avLst/>
          </a:prstGeom>
          <a:solidFill>
            <a:srgbClr val="D7D5CF"/>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75" name="Google Shape;275;p47"/>
          <p:cNvPicPr preferRelativeResize="0"/>
          <p:nvPr>
            <p:ph idx="2" type="pic"/>
          </p:nvPr>
        </p:nvPicPr>
        <p:blipFill/>
        <p:spPr>
          <a:xfrm>
            <a:off x="8763000" y="3415504"/>
            <a:ext cx="3429000" cy="3442500"/>
          </a:xfrm>
          <a:prstGeom prst="rect">
            <a:avLst/>
          </a:prstGeom>
          <a:blipFill rotWithShape="1">
            <a:blip r:embed="rId2">
              <a:alphaModFix amt="70000"/>
            </a:blip>
            <a:stretch>
              <a:fillRect b="0" l="0" r="0" t="0"/>
            </a:stretch>
          </a:blip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con imagen 2" showMasterSp="0">
  <p:cSld name="Agenda con imagen 2">
    <p:spTree>
      <p:nvGrpSpPr>
        <p:cNvPr id="276" name="Shape 276"/>
        <p:cNvGrpSpPr/>
        <p:nvPr/>
      </p:nvGrpSpPr>
      <p:grpSpPr>
        <a:xfrm>
          <a:off x="0" y="0"/>
          <a:ext cx="0" cy="0"/>
          <a:chOff x="0" y="0"/>
          <a:chExt cx="0" cy="0"/>
        </a:xfrm>
      </p:grpSpPr>
      <p:sp>
        <p:nvSpPr>
          <p:cNvPr id="277" name="Google Shape;277;p48"/>
          <p:cNvSpPr/>
          <p:nvPr/>
        </p:nvSpPr>
        <p:spPr>
          <a:xfrm>
            <a:off x="0" y="0"/>
            <a:ext cx="12192000" cy="6858000"/>
          </a:xfrm>
          <a:prstGeom prst="rect">
            <a:avLst/>
          </a:prstGeom>
          <a:solidFill>
            <a:srgbClr val="D7D5C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278" name="Google Shape;278;p48"/>
          <p:cNvSpPr/>
          <p:nvPr/>
        </p:nvSpPr>
        <p:spPr>
          <a:xfrm>
            <a:off x="1098960" y="3429002"/>
            <a:ext cx="11093100" cy="3429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cxnSp>
        <p:nvCxnSpPr>
          <p:cNvPr id="279" name="Google Shape;279;p48"/>
          <p:cNvCxnSpPr/>
          <p:nvPr/>
        </p:nvCxnSpPr>
        <p:spPr>
          <a:xfrm>
            <a:off x="11506200" y="685800"/>
            <a:ext cx="0" cy="5486400"/>
          </a:xfrm>
          <a:prstGeom prst="straightConnector1">
            <a:avLst/>
          </a:prstGeom>
          <a:noFill/>
          <a:ln cap="flat" cmpd="sng" w="12700">
            <a:solidFill>
              <a:schemeClr val="dk2">
                <a:alpha val="74900"/>
              </a:schemeClr>
            </a:solidFill>
            <a:prstDash val="solid"/>
            <a:miter lim="800000"/>
            <a:headEnd len="sm" w="sm" type="none"/>
            <a:tailEnd len="sm" w="sm" type="none"/>
          </a:ln>
        </p:spPr>
      </p:cxnSp>
      <p:sp>
        <p:nvSpPr>
          <p:cNvPr id="280" name="Google Shape;280;p48"/>
          <p:cNvSpPr txBox="1"/>
          <p:nvPr>
            <p:ph type="title"/>
          </p:nvPr>
        </p:nvSpPr>
        <p:spPr>
          <a:xfrm>
            <a:off x="146306" y="182881"/>
            <a:ext cx="8320500" cy="2204700"/>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lt2"/>
              </a:buClr>
              <a:buSzPts val="12400"/>
              <a:buFont typeface="Oswald SemiBold"/>
              <a:buNone/>
              <a:defRPr sz="124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1" name="Google Shape;281;p48"/>
          <p:cNvSpPr txBox="1"/>
          <p:nvPr>
            <p:ph idx="11" type="ftr"/>
          </p:nvPr>
        </p:nvSpPr>
        <p:spPr>
          <a:xfrm>
            <a:off x="9561444" y="612065"/>
            <a:ext cx="2057400" cy="489000"/>
          </a:xfrm>
          <a:prstGeom prst="rect">
            <a:avLst/>
          </a:prstGeom>
          <a:solidFill>
            <a:srgbClr val="D7D5CF"/>
          </a:solidFill>
          <a:ln>
            <a:noFill/>
          </a:ln>
        </p:spPr>
        <p:txBody>
          <a:bodyPr anchorCtr="0" anchor="t" bIns="45700" lIns="91425" spcFirstLastPara="1" rIns="91425" wrap="square" tIns="45700">
            <a:noAutofit/>
          </a:bodyPr>
          <a:lstStyle>
            <a:lvl1pPr lvl="0" algn="r">
              <a:spcBef>
                <a:spcPts val="0"/>
              </a:spcBef>
              <a:spcAft>
                <a:spcPts val="0"/>
              </a:spcAft>
              <a:buSzPts val="1400"/>
              <a:buNone/>
              <a:defRPr sz="1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282" name="Google Shape;282;p48"/>
          <p:cNvPicPr preferRelativeResize="0"/>
          <p:nvPr>
            <p:ph idx="2" type="pic"/>
          </p:nvPr>
        </p:nvPicPr>
        <p:blipFill/>
        <p:spPr>
          <a:xfrm>
            <a:off x="1098550" y="3429000"/>
            <a:ext cx="3702000" cy="3443400"/>
          </a:xfrm>
          <a:prstGeom prst="rect">
            <a:avLst/>
          </a:prstGeom>
          <a:blipFill rotWithShape="1">
            <a:blip r:embed="rId2">
              <a:alphaModFix amt="70000"/>
            </a:blip>
            <a:stretch>
              <a:fillRect b="0" l="0" r="0" t="0"/>
            </a:stretch>
          </a:blipFill>
          <a:ln>
            <a:noFill/>
          </a:ln>
        </p:spPr>
      </p:pic>
      <p:sp>
        <p:nvSpPr>
          <p:cNvPr id="283" name="Google Shape;283;p48"/>
          <p:cNvSpPr txBox="1"/>
          <p:nvPr>
            <p:ph idx="1" type="body"/>
          </p:nvPr>
        </p:nvSpPr>
        <p:spPr>
          <a:xfrm>
            <a:off x="5351231" y="3904090"/>
            <a:ext cx="5805900" cy="22680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accent2"/>
              </a:buClr>
              <a:buSzPts val="1800"/>
              <a:buFont typeface="Oswald SemiBold"/>
              <a:buAutoNum type="arabicPeriod"/>
              <a:defRPr sz="1800"/>
            </a:lvl1pPr>
            <a:lvl2pPr indent="-330200" lvl="1" marL="914400" algn="l">
              <a:lnSpc>
                <a:spcPct val="120000"/>
              </a:lnSpc>
              <a:spcBef>
                <a:spcPts val="500"/>
              </a:spcBef>
              <a:spcAft>
                <a:spcPts val="0"/>
              </a:spcAft>
              <a:buClr>
                <a:schemeClr val="accent2"/>
              </a:buClr>
              <a:buSzPts val="1600"/>
              <a:buFont typeface="Oswald SemiBold"/>
              <a:buAutoNum type="arabicPeriod"/>
              <a:defRPr sz="1600"/>
            </a:lvl2pPr>
            <a:lvl3pPr indent="-317500" lvl="2" marL="1371600" algn="l">
              <a:lnSpc>
                <a:spcPct val="120000"/>
              </a:lnSpc>
              <a:spcBef>
                <a:spcPts val="500"/>
              </a:spcBef>
              <a:spcAft>
                <a:spcPts val="0"/>
              </a:spcAft>
              <a:buClr>
                <a:schemeClr val="accent2"/>
              </a:buClr>
              <a:buSzPts val="1400"/>
              <a:buFont typeface="Oswald SemiBold"/>
              <a:buAutoNum type="arabicPeriod"/>
              <a:defRPr sz="1400"/>
            </a:lvl3pPr>
            <a:lvl4pPr indent="-304800" lvl="3" marL="1828800" algn="l">
              <a:lnSpc>
                <a:spcPct val="120000"/>
              </a:lnSpc>
              <a:spcBef>
                <a:spcPts val="500"/>
              </a:spcBef>
              <a:spcAft>
                <a:spcPts val="0"/>
              </a:spcAft>
              <a:buClr>
                <a:schemeClr val="accent2"/>
              </a:buClr>
              <a:buSzPts val="1200"/>
              <a:buFont typeface="Oswald SemiBold"/>
              <a:buAutoNum type="arabicPeriod"/>
              <a:defRPr sz="1200"/>
            </a:lvl4pPr>
            <a:lvl5pPr indent="-304800" lvl="4" marL="2286000" algn="l">
              <a:lnSpc>
                <a:spcPct val="120000"/>
              </a:lnSpc>
              <a:spcBef>
                <a:spcPts val="500"/>
              </a:spcBef>
              <a:spcAft>
                <a:spcPts val="0"/>
              </a:spcAft>
              <a:buClr>
                <a:schemeClr val="accent2"/>
              </a:buClr>
              <a:buSzPts val="1200"/>
              <a:buFont typeface="Oswald SemiBold"/>
              <a:buAutoNum type="arabicPeriod"/>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4" name="Google Shape;284;p48"/>
          <p:cNvSpPr txBox="1"/>
          <p:nvPr>
            <p:ph idx="10" type="dt"/>
          </p:nvPr>
        </p:nvSpPr>
        <p:spPr>
          <a:xfrm>
            <a:off x="9957816" y="5888658"/>
            <a:ext cx="1256700" cy="545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5" name="Google Shape;285;p48"/>
          <p:cNvSpPr txBox="1"/>
          <p:nvPr>
            <p:ph idx="12" type="sldNum"/>
          </p:nvPr>
        </p:nvSpPr>
        <p:spPr>
          <a:xfrm>
            <a:off x="11210544" y="5888658"/>
            <a:ext cx="429300" cy="5454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2" showMasterSp="0">
  <p:cSld name="Contenido 2">
    <p:spTree>
      <p:nvGrpSpPr>
        <p:cNvPr id="286" name="Shape 286"/>
        <p:cNvGrpSpPr/>
        <p:nvPr/>
      </p:nvGrpSpPr>
      <p:grpSpPr>
        <a:xfrm>
          <a:off x="0" y="0"/>
          <a:ext cx="0" cy="0"/>
          <a:chOff x="0" y="0"/>
          <a:chExt cx="0" cy="0"/>
        </a:xfrm>
      </p:grpSpPr>
      <p:sp>
        <p:nvSpPr>
          <p:cNvPr id="287" name="Google Shape;287;p49"/>
          <p:cNvSpPr txBox="1"/>
          <p:nvPr>
            <p:ph type="title"/>
          </p:nvPr>
        </p:nvSpPr>
        <p:spPr>
          <a:xfrm>
            <a:off x="3800915" y="1001865"/>
            <a:ext cx="4683600" cy="1596300"/>
          </a:xfrm>
          <a:prstGeom prst="rect">
            <a:avLst/>
          </a:prstGeom>
          <a:noFill/>
          <a:ln>
            <a:noFill/>
          </a:ln>
        </p:spPr>
        <p:txBody>
          <a:bodyPr anchorCtr="0" anchor="b" bIns="137150" lIns="91425" spcFirstLastPara="1" rIns="91425" wrap="square" tIns="45700">
            <a:normAutofit/>
          </a:bodyPr>
          <a:lstStyle>
            <a:lvl1pPr lvl="0" algn="ctr">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49"/>
          <p:cNvSpPr txBox="1"/>
          <p:nvPr>
            <p:ph idx="1" type="body"/>
          </p:nvPr>
        </p:nvSpPr>
        <p:spPr>
          <a:xfrm>
            <a:off x="3804557" y="3192236"/>
            <a:ext cx="4680000" cy="1694400"/>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Clr>
                <a:schemeClr val="dk2"/>
              </a:buClr>
              <a:buSzPts val="1400"/>
              <a:buNone/>
              <a:defRPr/>
            </a:lvl1pPr>
            <a:lvl2pPr indent="-228600" lvl="1" marL="914400" algn="ctr">
              <a:lnSpc>
                <a:spcPct val="120000"/>
              </a:lnSpc>
              <a:spcBef>
                <a:spcPts val="500"/>
              </a:spcBef>
              <a:spcAft>
                <a:spcPts val="0"/>
              </a:spcAft>
              <a:buClr>
                <a:schemeClr val="dk2"/>
              </a:buClr>
              <a:buSzPts val="1400"/>
              <a:buNone/>
              <a:defRPr/>
            </a:lvl2pPr>
            <a:lvl3pPr indent="-228600" lvl="2" marL="1371600" algn="ctr">
              <a:lnSpc>
                <a:spcPct val="120000"/>
              </a:lnSpc>
              <a:spcBef>
                <a:spcPts val="500"/>
              </a:spcBef>
              <a:spcAft>
                <a:spcPts val="0"/>
              </a:spcAft>
              <a:buClr>
                <a:schemeClr val="dk2"/>
              </a:buClr>
              <a:buSzPts val="1400"/>
              <a:buNone/>
              <a:defRPr/>
            </a:lvl3pPr>
            <a:lvl4pPr indent="-228600" lvl="3" marL="1828800" algn="ctr">
              <a:lnSpc>
                <a:spcPct val="120000"/>
              </a:lnSpc>
              <a:spcBef>
                <a:spcPts val="500"/>
              </a:spcBef>
              <a:spcAft>
                <a:spcPts val="0"/>
              </a:spcAft>
              <a:buClr>
                <a:schemeClr val="dk2"/>
              </a:buClr>
              <a:buSzPts val="1200"/>
              <a:buNone/>
              <a:defRPr/>
            </a:lvl4pPr>
            <a:lvl5pPr indent="-228600" lvl="4" marL="2286000" algn="ctr">
              <a:lnSpc>
                <a:spcPct val="12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 name="Google Shape;289;p49"/>
          <p:cNvSpPr txBox="1"/>
          <p:nvPr>
            <p:ph idx="11" type="ftr"/>
          </p:nvPr>
        </p:nvSpPr>
        <p:spPr>
          <a:xfrm>
            <a:off x="605430" y="6029868"/>
            <a:ext cx="1911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0" name="Google Shape;290;p49"/>
          <p:cNvSpPr txBox="1"/>
          <p:nvPr>
            <p:ph idx="10" type="dt"/>
          </p:nvPr>
        </p:nvSpPr>
        <p:spPr>
          <a:xfrm>
            <a:off x="10058400" y="6029868"/>
            <a:ext cx="11826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1" name="Google Shape;291;p49"/>
          <p:cNvSpPr txBox="1"/>
          <p:nvPr>
            <p:ph idx="12" type="sldNum"/>
          </p:nvPr>
        </p:nvSpPr>
        <p:spPr>
          <a:xfrm>
            <a:off x="11233434" y="6029868"/>
            <a:ext cx="4293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92" name="Google Shape;292;p49"/>
          <p:cNvCxnSpPr/>
          <p:nvPr/>
        </p:nvCxnSpPr>
        <p:spPr>
          <a:xfrm flipH="1" rot="10800000">
            <a:off x="6130458" y="2598054"/>
            <a:ext cx="3600" cy="479100"/>
          </a:xfrm>
          <a:prstGeom prst="straightConnector1">
            <a:avLst/>
          </a:prstGeom>
          <a:noFill/>
          <a:ln cap="flat" cmpd="sng" w="12700">
            <a:solidFill>
              <a:schemeClr val="dk2">
                <a:alpha val="50199"/>
              </a:schemeClr>
            </a:solidFill>
            <a:prstDash val="solid"/>
            <a:miter lim="800000"/>
            <a:headEnd len="sm" w="sm" type="none"/>
            <a:tailEnd len="sm" w="sm"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3" showMasterSp="0">
  <p:cSld name="Contenido 3">
    <p:spTree>
      <p:nvGrpSpPr>
        <p:cNvPr id="293" name="Shape 293"/>
        <p:cNvGrpSpPr/>
        <p:nvPr/>
      </p:nvGrpSpPr>
      <p:grpSpPr>
        <a:xfrm>
          <a:off x="0" y="0"/>
          <a:ext cx="0" cy="0"/>
          <a:chOff x="0" y="0"/>
          <a:chExt cx="0" cy="0"/>
        </a:xfrm>
      </p:grpSpPr>
      <p:sp>
        <p:nvSpPr>
          <p:cNvPr id="294" name="Google Shape;294;p50"/>
          <p:cNvSpPr txBox="1"/>
          <p:nvPr>
            <p:ph type="title"/>
          </p:nvPr>
        </p:nvSpPr>
        <p:spPr>
          <a:xfrm>
            <a:off x="1371602" y="1028700"/>
            <a:ext cx="4381500" cy="1526700"/>
          </a:xfrm>
          <a:prstGeom prst="rect">
            <a:avLst/>
          </a:prstGeom>
          <a:noFill/>
          <a:ln>
            <a:noFill/>
          </a:ln>
        </p:spPr>
        <p:txBody>
          <a:bodyPr anchorCtr="0" anchor="b" bIns="137150" lIns="91425" spcFirstLastPara="1" rIns="91425" wrap="square" tIns="45700">
            <a:normAutofit/>
          </a:bodyPr>
          <a:lstStyle>
            <a:lvl1pPr lvl="0" algn="r">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 name="Google Shape;295;p50"/>
          <p:cNvSpPr txBox="1"/>
          <p:nvPr>
            <p:ph idx="1" type="body"/>
          </p:nvPr>
        </p:nvSpPr>
        <p:spPr>
          <a:xfrm>
            <a:off x="5864680" y="2743200"/>
            <a:ext cx="4035900" cy="2202600"/>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400"/>
              <a:buNone/>
              <a:defRPr/>
            </a:lvl1pPr>
            <a:lvl2pPr indent="-228600" lvl="1" marL="914400" algn="l">
              <a:lnSpc>
                <a:spcPct val="120000"/>
              </a:lnSpc>
              <a:spcBef>
                <a:spcPts val="500"/>
              </a:spcBef>
              <a:spcAft>
                <a:spcPts val="0"/>
              </a:spcAft>
              <a:buClr>
                <a:schemeClr val="dk2"/>
              </a:buClr>
              <a:buSzPts val="1400"/>
              <a:buNone/>
              <a:defRPr/>
            </a:lvl2pPr>
            <a:lvl3pPr indent="-228600" lvl="2" marL="1371600" algn="l">
              <a:lnSpc>
                <a:spcPct val="120000"/>
              </a:lnSpc>
              <a:spcBef>
                <a:spcPts val="500"/>
              </a:spcBef>
              <a:spcAft>
                <a:spcPts val="0"/>
              </a:spcAft>
              <a:buClr>
                <a:schemeClr val="dk2"/>
              </a:buClr>
              <a:buSzPts val="1400"/>
              <a:buNone/>
              <a:defRPr/>
            </a:lvl3pPr>
            <a:lvl4pPr indent="-228600" lvl="3" marL="1828800" algn="l">
              <a:lnSpc>
                <a:spcPct val="120000"/>
              </a:lnSpc>
              <a:spcBef>
                <a:spcPts val="500"/>
              </a:spcBef>
              <a:spcAft>
                <a:spcPts val="0"/>
              </a:spcAft>
              <a:buClr>
                <a:schemeClr val="dk2"/>
              </a:buClr>
              <a:buSzPts val="1200"/>
              <a:buNone/>
              <a:defRPr/>
            </a:lvl4pPr>
            <a:lvl5pPr indent="-228600" lvl="4" marL="2286000" algn="l">
              <a:lnSpc>
                <a:spcPct val="12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6" name="Google Shape;296;p50"/>
          <p:cNvSpPr txBox="1"/>
          <p:nvPr>
            <p:ph idx="11" type="ftr"/>
          </p:nvPr>
        </p:nvSpPr>
        <p:spPr>
          <a:xfrm>
            <a:off x="605430" y="6029868"/>
            <a:ext cx="1911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7" name="Google Shape;297;p50"/>
          <p:cNvSpPr txBox="1"/>
          <p:nvPr>
            <p:ph idx="10" type="dt"/>
          </p:nvPr>
        </p:nvSpPr>
        <p:spPr>
          <a:xfrm>
            <a:off x="10058400" y="6029868"/>
            <a:ext cx="11826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8" name="Google Shape;298;p50"/>
          <p:cNvSpPr txBox="1"/>
          <p:nvPr>
            <p:ph idx="12" type="sldNum"/>
          </p:nvPr>
        </p:nvSpPr>
        <p:spPr>
          <a:xfrm>
            <a:off x="11233434" y="6029868"/>
            <a:ext cx="4293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99" name="Google Shape;299;p50"/>
          <p:cNvCxnSpPr/>
          <p:nvPr/>
        </p:nvCxnSpPr>
        <p:spPr>
          <a:xfrm rot="10800000">
            <a:off x="5486400" y="2743116"/>
            <a:ext cx="0" cy="2202600"/>
          </a:xfrm>
          <a:prstGeom prst="straightConnector1">
            <a:avLst/>
          </a:prstGeom>
          <a:noFill/>
          <a:ln cap="flat" cmpd="sng" w="12700">
            <a:solidFill>
              <a:schemeClr val="dk2">
                <a:alpha val="50199"/>
              </a:schemeClr>
            </a:solidFill>
            <a:prstDash val="solid"/>
            <a:miter lim="800000"/>
            <a:headEnd len="sm" w="sm" type="none"/>
            <a:tailEnd len="sm" w="sm"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4">
  <p:cSld name="Contenido 4">
    <p:spTree>
      <p:nvGrpSpPr>
        <p:cNvPr id="300" name="Shape 300"/>
        <p:cNvGrpSpPr/>
        <p:nvPr/>
      </p:nvGrpSpPr>
      <p:grpSpPr>
        <a:xfrm>
          <a:off x="0" y="0"/>
          <a:ext cx="0" cy="0"/>
          <a:chOff x="0" y="0"/>
          <a:chExt cx="0" cy="0"/>
        </a:xfrm>
      </p:grpSpPr>
      <p:sp>
        <p:nvSpPr>
          <p:cNvPr id="301" name="Google Shape;301;p51"/>
          <p:cNvSpPr txBox="1"/>
          <p:nvPr>
            <p:ph type="title"/>
          </p:nvPr>
        </p:nvSpPr>
        <p:spPr>
          <a:xfrm>
            <a:off x="1371601" y="2057399"/>
            <a:ext cx="3429000" cy="1868700"/>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2" name="Google Shape;302;p51"/>
          <p:cNvSpPr txBox="1"/>
          <p:nvPr>
            <p:ph idx="1" type="body"/>
          </p:nvPr>
        </p:nvSpPr>
        <p:spPr>
          <a:xfrm>
            <a:off x="5486400" y="2057401"/>
            <a:ext cx="4648200" cy="27432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3" name="Google Shape;303;p51"/>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4" name="Google Shape;304;p51"/>
          <p:cNvSpPr txBox="1"/>
          <p:nvPr>
            <p:ph idx="10" type="dt"/>
          </p:nvPr>
        </p:nvSpPr>
        <p:spPr>
          <a:xfrm>
            <a:off x="10058400" y="6029868"/>
            <a:ext cx="1182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5" name="Google Shape;305;p51"/>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5">
  <p:cSld name="Contenido 5">
    <p:spTree>
      <p:nvGrpSpPr>
        <p:cNvPr id="306" name="Shape 306"/>
        <p:cNvGrpSpPr/>
        <p:nvPr/>
      </p:nvGrpSpPr>
      <p:grpSpPr>
        <a:xfrm>
          <a:off x="0" y="0"/>
          <a:ext cx="0" cy="0"/>
          <a:chOff x="0" y="0"/>
          <a:chExt cx="0" cy="0"/>
        </a:xfrm>
      </p:grpSpPr>
      <p:sp>
        <p:nvSpPr>
          <p:cNvPr id="307" name="Google Shape;307;p52"/>
          <p:cNvSpPr txBox="1"/>
          <p:nvPr>
            <p:ph type="title"/>
          </p:nvPr>
        </p:nvSpPr>
        <p:spPr>
          <a:xfrm>
            <a:off x="1371601" y="1027622"/>
            <a:ext cx="3429000" cy="1868700"/>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52"/>
          <p:cNvSpPr txBox="1"/>
          <p:nvPr>
            <p:ph idx="1" type="body"/>
          </p:nvPr>
        </p:nvSpPr>
        <p:spPr>
          <a:xfrm>
            <a:off x="5486400" y="1027623"/>
            <a:ext cx="4648200" cy="44844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 name="Google Shape;309;p52"/>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0" name="Google Shape;310;p52"/>
          <p:cNvSpPr txBox="1"/>
          <p:nvPr>
            <p:ph idx="10" type="dt"/>
          </p:nvPr>
        </p:nvSpPr>
        <p:spPr>
          <a:xfrm>
            <a:off x="10058400" y="6029868"/>
            <a:ext cx="1182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1" name="Google Shape;311;p52"/>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6">
  <p:cSld name="Contenido 6">
    <p:spTree>
      <p:nvGrpSpPr>
        <p:cNvPr id="312" name="Shape 312"/>
        <p:cNvGrpSpPr/>
        <p:nvPr/>
      </p:nvGrpSpPr>
      <p:grpSpPr>
        <a:xfrm>
          <a:off x="0" y="0"/>
          <a:ext cx="0" cy="0"/>
          <a:chOff x="0" y="0"/>
          <a:chExt cx="0" cy="0"/>
        </a:xfrm>
      </p:grpSpPr>
      <p:sp>
        <p:nvSpPr>
          <p:cNvPr id="313" name="Google Shape;313;p53"/>
          <p:cNvSpPr txBox="1"/>
          <p:nvPr>
            <p:ph type="title"/>
          </p:nvPr>
        </p:nvSpPr>
        <p:spPr>
          <a:xfrm>
            <a:off x="603504" y="1031915"/>
            <a:ext cx="3968400" cy="1494900"/>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4" name="Google Shape;314;p53"/>
          <p:cNvSpPr txBox="1"/>
          <p:nvPr>
            <p:ph idx="1" type="body"/>
          </p:nvPr>
        </p:nvSpPr>
        <p:spPr>
          <a:xfrm>
            <a:off x="5090020" y="1001865"/>
            <a:ext cx="6416100" cy="46833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 name="Google Shape;315;p53"/>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6" name="Google Shape;316;p53"/>
          <p:cNvSpPr txBox="1"/>
          <p:nvPr>
            <p:ph idx="10" type="dt"/>
          </p:nvPr>
        </p:nvSpPr>
        <p:spPr>
          <a:xfrm>
            <a:off x="10058400" y="6029867"/>
            <a:ext cx="1179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7" name="Google Shape;317;p53"/>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7">
  <p:cSld name="Contenido 7">
    <p:spTree>
      <p:nvGrpSpPr>
        <p:cNvPr id="318" name="Shape 318"/>
        <p:cNvGrpSpPr/>
        <p:nvPr/>
      </p:nvGrpSpPr>
      <p:grpSpPr>
        <a:xfrm>
          <a:off x="0" y="0"/>
          <a:ext cx="0" cy="0"/>
          <a:chOff x="0" y="0"/>
          <a:chExt cx="0" cy="0"/>
        </a:xfrm>
      </p:grpSpPr>
      <p:sp>
        <p:nvSpPr>
          <p:cNvPr id="319" name="Google Shape;319;p54"/>
          <p:cNvSpPr txBox="1"/>
          <p:nvPr>
            <p:ph type="title"/>
          </p:nvPr>
        </p:nvSpPr>
        <p:spPr>
          <a:xfrm>
            <a:off x="603504" y="650915"/>
            <a:ext cx="3054000" cy="1711200"/>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0" name="Google Shape;320;p54"/>
          <p:cNvSpPr txBox="1"/>
          <p:nvPr>
            <p:ph idx="1" type="body"/>
          </p:nvPr>
        </p:nvSpPr>
        <p:spPr>
          <a:xfrm>
            <a:off x="4026716" y="650915"/>
            <a:ext cx="7479600" cy="52164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1" name="Google Shape;321;p54"/>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2" name="Google Shape;322;p54"/>
          <p:cNvSpPr txBox="1"/>
          <p:nvPr>
            <p:ph idx="10" type="dt"/>
          </p:nvPr>
        </p:nvSpPr>
        <p:spPr>
          <a:xfrm>
            <a:off x="10058400" y="6029867"/>
            <a:ext cx="1179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3" name="Google Shape;323;p54"/>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showMasterSp="0">
  <p:cSld name="Contenido con imagen">
    <p:spTree>
      <p:nvGrpSpPr>
        <p:cNvPr id="324" name="Shape 324"/>
        <p:cNvGrpSpPr/>
        <p:nvPr/>
      </p:nvGrpSpPr>
      <p:grpSpPr>
        <a:xfrm>
          <a:off x="0" y="0"/>
          <a:ext cx="0" cy="0"/>
          <a:chOff x="0" y="0"/>
          <a:chExt cx="0" cy="0"/>
        </a:xfrm>
      </p:grpSpPr>
      <p:pic>
        <p:nvPicPr>
          <p:cNvPr id="325" name="Google Shape;325;p55"/>
          <p:cNvPicPr preferRelativeResize="0"/>
          <p:nvPr>
            <p:ph idx="2" type="pic"/>
          </p:nvPr>
        </p:nvPicPr>
        <p:blipFill/>
        <p:spPr>
          <a:xfrm>
            <a:off x="0" y="0"/>
            <a:ext cx="3124200" cy="6858000"/>
          </a:xfrm>
          <a:prstGeom prst="rect">
            <a:avLst/>
          </a:prstGeom>
          <a:blipFill rotWithShape="1">
            <a:blip r:embed="rId2">
              <a:alphaModFix amt="70000"/>
            </a:blip>
            <a:stretch>
              <a:fillRect b="0" l="0" r="0" t="0"/>
            </a:stretch>
          </a:blipFill>
          <a:ln>
            <a:noFill/>
          </a:ln>
        </p:spPr>
      </p:pic>
      <p:sp>
        <p:nvSpPr>
          <p:cNvPr id="326" name="Google Shape;326;p55"/>
          <p:cNvSpPr txBox="1"/>
          <p:nvPr>
            <p:ph type="title"/>
          </p:nvPr>
        </p:nvSpPr>
        <p:spPr>
          <a:xfrm>
            <a:off x="2438400" y="0"/>
            <a:ext cx="7391400" cy="1206900"/>
          </a:xfrm>
          <a:prstGeom prst="rect">
            <a:avLst/>
          </a:prstGeom>
          <a:solidFill>
            <a:schemeClr val="lt1"/>
          </a:solidFill>
          <a:ln>
            <a:noFill/>
          </a:ln>
        </p:spPr>
        <p:txBody>
          <a:bodyPr anchorCtr="0" anchor="b" bIns="91425" lIns="137150" spcFirstLastPara="1" rIns="91425" wrap="square" tIns="13715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7" name="Google Shape;327;p55"/>
          <p:cNvSpPr txBox="1"/>
          <p:nvPr>
            <p:ph idx="1" type="body"/>
          </p:nvPr>
        </p:nvSpPr>
        <p:spPr>
          <a:xfrm>
            <a:off x="3733800" y="1367622"/>
            <a:ext cx="7929000" cy="44775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28" name="Google Shape;328;p55"/>
          <p:cNvCxnSpPr/>
          <p:nvPr/>
        </p:nvCxnSpPr>
        <p:spPr>
          <a:xfrm>
            <a:off x="3810000" y="6210300"/>
            <a:ext cx="7696200" cy="0"/>
          </a:xfrm>
          <a:prstGeom prst="straightConnector1">
            <a:avLst/>
          </a:prstGeom>
          <a:noFill/>
          <a:ln cap="flat" cmpd="sng" w="12700">
            <a:solidFill>
              <a:schemeClr val="dk2">
                <a:alpha val="50199"/>
              </a:schemeClr>
            </a:solidFill>
            <a:prstDash val="solid"/>
            <a:miter lim="800000"/>
            <a:headEnd len="sm" w="sm" type="none"/>
            <a:tailEnd len="sm" w="sm" type="none"/>
          </a:ln>
        </p:spPr>
      </p:cxnSp>
      <p:sp>
        <p:nvSpPr>
          <p:cNvPr id="329" name="Google Shape;329;p55"/>
          <p:cNvSpPr txBox="1"/>
          <p:nvPr>
            <p:ph idx="11" type="ftr"/>
          </p:nvPr>
        </p:nvSpPr>
        <p:spPr>
          <a:xfrm>
            <a:off x="3657601" y="6029868"/>
            <a:ext cx="20244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0" name="Google Shape;330;p55"/>
          <p:cNvSpPr txBox="1"/>
          <p:nvPr>
            <p:ph idx="10" type="dt"/>
          </p:nvPr>
        </p:nvSpPr>
        <p:spPr>
          <a:xfrm>
            <a:off x="10058400" y="6029868"/>
            <a:ext cx="1179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1" name="Google Shape;331;p55"/>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2">
  <p:cSld name="Contenido con imagen 2">
    <p:spTree>
      <p:nvGrpSpPr>
        <p:cNvPr id="332" name="Shape 332"/>
        <p:cNvGrpSpPr/>
        <p:nvPr/>
      </p:nvGrpSpPr>
      <p:grpSpPr>
        <a:xfrm>
          <a:off x="0" y="0"/>
          <a:ext cx="0" cy="0"/>
          <a:chOff x="0" y="0"/>
          <a:chExt cx="0" cy="0"/>
        </a:xfrm>
      </p:grpSpPr>
      <p:sp>
        <p:nvSpPr>
          <p:cNvPr id="333" name="Google Shape;333;p56"/>
          <p:cNvSpPr txBox="1"/>
          <p:nvPr>
            <p:ph type="title"/>
          </p:nvPr>
        </p:nvSpPr>
        <p:spPr>
          <a:xfrm>
            <a:off x="603504" y="553299"/>
            <a:ext cx="8159400" cy="65940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4" name="Google Shape;334;p56"/>
          <p:cNvSpPr txBox="1"/>
          <p:nvPr>
            <p:ph idx="1" type="body"/>
          </p:nvPr>
        </p:nvSpPr>
        <p:spPr>
          <a:xfrm>
            <a:off x="605432" y="1371601"/>
            <a:ext cx="8157600" cy="46542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5" name="Google Shape;335;p56"/>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6" name="Google Shape;336;p56"/>
          <p:cNvSpPr txBox="1"/>
          <p:nvPr>
            <p:ph idx="10" type="dt"/>
          </p:nvPr>
        </p:nvSpPr>
        <p:spPr>
          <a:xfrm>
            <a:off x="10058400" y="6029868"/>
            <a:ext cx="1179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7" name="Google Shape;337;p56"/>
          <p:cNvSpPr txBox="1"/>
          <p:nvPr>
            <p:ph idx="12" type="sldNum"/>
          </p:nvPr>
        </p:nvSpPr>
        <p:spPr>
          <a:xfrm>
            <a:off x="11238206"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38" name="Google Shape;338;p56"/>
          <p:cNvPicPr preferRelativeResize="0"/>
          <p:nvPr>
            <p:ph idx="2" type="pic"/>
          </p:nvPr>
        </p:nvPicPr>
        <p:blipFill/>
        <p:spPr>
          <a:xfrm>
            <a:off x="9448799" y="0"/>
            <a:ext cx="2743200" cy="5562600"/>
          </a:xfrm>
          <a:prstGeom prst="rect">
            <a:avLst/>
          </a:prstGeom>
          <a:blipFill rotWithShape="1">
            <a:blip r:embed="rId2">
              <a:alphaModFix amt="70000"/>
            </a:blip>
            <a:stretch>
              <a:fillRect b="0" l="0" r="0" t="0"/>
            </a:stretch>
          </a:blip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3">
  <p:cSld name="Contenido con imagen 3">
    <p:spTree>
      <p:nvGrpSpPr>
        <p:cNvPr id="339" name="Shape 339"/>
        <p:cNvGrpSpPr/>
        <p:nvPr/>
      </p:nvGrpSpPr>
      <p:grpSpPr>
        <a:xfrm>
          <a:off x="0" y="0"/>
          <a:ext cx="0" cy="0"/>
          <a:chOff x="0" y="0"/>
          <a:chExt cx="0" cy="0"/>
        </a:xfrm>
      </p:grpSpPr>
      <p:pic>
        <p:nvPicPr>
          <p:cNvPr id="340" name="Google Shape;340;p57"/>
          <p:cNvPicPr preferRelativeResize="0"/>
          <p:nvPr>
            <p:ph idx="2" type="pic"/>
          </p:nvPr>
        </p:nvPicPr>
        <p:blipFill/>
        <p:spPr>
          <a:xfrm>
            <a:off x="0" y="0"/>
            <a:ext cx="5486400" cy="5562600"/>
          </a:xfrm>
          <a:prstGeom prst="rect">
            <a:avLst/>
          </a:prstGeom>
          <a:blipFill rotWithShape="1">
            <a:blip r:embed="rId2">
              <a:alphaModFix amt="70000"/>
            </a:blip>
            <a:stretch>
              <a:fillRect b="0" l="0" r="0" t="0"/>
            </a:stretch>
          </a:blipFill>
          <a:ln>
            <a:noFill/>
          </a:ln>
        </p:spPr>
      </p:pic>
      <p:sp>
        <p:nvSpPr>
          <p:cNvPr id="341" name="Google Shape;341;p57"/>
          <p:cNvSpPr txBox="1"/>
          <p:nvPr>
            <p:ph type="title"/>
          </p:nvPr>
        </p:nvSpPr>
        <p:spPr>
          <a:xfrm>
            <a:off x="5063318" y="0"/>
            <a:ext cx="4385400" cy="1796100"/>
          </a:xfrm>
          <a:prstGeom prst="rect">
            <a:avLst/>
          </a:prstGeom>
          <a:solidFill>
            <a:schemeClr val="lt1"/>
          </a:solidFill>
          <a:ln>
            <a:noFill/>
          </a:ln>
        </p:spPr>
        <p:txBody>
          <a:bodyPr anchorCtr="0" anchor="b" bIns="137150" lIns="137150"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2" name="Google Shape;342;p57"/>
          <p:cNvSpPr txBox="1"/>
          <p:nvPr>
            <p:ph idx="1" type="body"/>
          </p:nvPr>
        </p:nvSpPr>
        <p:spPr>
          <a:xfrm>
            <a:off x="6055056" y="1965281"/>
            <a:ext cx="4860000" cy="37329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3" name="Google Shape;343;p57"/>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4" name="Google Shape;344;p57"/>
          <p:cNvSpPr txBox="1"/>
          <p:nvPr>
            <p:ph idx="10" type="dt"/>
          </p:nvPr>
        </p:nvSpPr>
        <p:spPr>
          <a:xfrm>
            <a:off x="10058400" y="6029868"/>
            <a:ext cx="1182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5" name="Google Shape;345;p57"/>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4">
  <p:cSld name="Contenido con imagen 4">
    <p:spTree>
      <p:nvGrpSpPr>
        <p:cNvPr id="346" name="Shape 346"/>
        <p:cNvGrpSpPr/>
        <p:nvPr/>
      </p:nvGrpSpPr>
      <p:grpSpPr>
        <a:xfrm>
          <a:off x="0" y="0"/>
          <a:ext cx="0" cy="0"/>
          <a:chOff x="0" y="0"/>
          <a:chExt cx="0" cy="0"/>
        </a:xfrm>
      </p:grpSpPr>
      <p:sp>
        <p:nvSpPr>
          <p:cNvPr id="347" name="Google Shape;347;p58"/>
          <p:cNvSpPr txBox="1"/>
          <p:nvPr>
            <p:ph type="title"/>
          </p:nvPr>
        </p:nvSpPr>
        <p:spPr>
          <a:xfrm>
            <a:off x="603504" y="499475"/>
            <a:ext cx="3625500" cy="147480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8" name="Google Shape;348;p58"/>
          <p:cNvSpPr txBox="1"/>
          <p:nvPr>
            <p:ph idx="1" type="body"/>
          </p:nvPr>
        </p:nvSpPr>
        <p:spPr>
          <a:xfrm>
            <a:off x="605432" y="2124222"/>
            <a:ext cx="3567300" cy="34887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49" name="Google Shape;349;p58"/>
          <p:cNvPicPr preferRelativeResize="0"/>
          <p:nvPr>
            <p:ph idx="2" type="pic"/>
          </p:nvPr>
        </p:nvPicPr>
        <p:blipFill/>
        <p:spPr>
          <a:xfrm>
            <a:off x="4800601" y="0"/>
            <a:ext cx="7391400" cy="5562600"/>
          </a:xfrm>
          <a:prstGeom prst="rect">
            <a:avLst/>
          </a:prstGeom>
          <a:blipFill rotWithShape="1">
            <a:blip r:embed="rId2">
              <a:alphaModFix amt="70000"/>
            </a:blip>
            <a:stretch>
              <a:fillRect b="0" l="0" r="0" t="0"/>
            </a:stretch>
          </a:blipFill>
          <a:ln>
            <a:noFill/>
          </a:ln>
        </p:spPr>
      </p:pic>
      <p:sp>
        <p:nvSpPr>
          <p:cNvPr id="350" name="Google Shape;350;p58"/>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1" name="Google Shape;351;p58"/>
          <p:cNvSpPr txBox="1"/>
          <p:nvPr>
            <p:ph idx="10" type="dt"/>
          </p:nvPr>
        </p:nvSpPr>
        <p:spPr>
          <a:xfrm>
            <a:off x="10058400" y="6029868"/>
            <a:ext cx="1179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2" name="Google Shape;352;p58"/>
          <p:cNvSpPr txBox="1"/>
          <p:nvPr>
            <p:ph idx="12" type="sldNum"/>
          </p:nvPr>
        </p:nvSpPr>
        <p:spPr>
          <a:xfrm>
            <a:off x="11238206"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5" showMasterSp="0">
  <p:cSld name="Contenido con imagen 5">
    <p:spTree>
      <p:nvGrpSpPr>
        <p:cNvPr id="353" name="Shape 353"/>
        <p:cNvGrpSpPr/>
        <p:nvPr/>
      </p:nvGrpSpPr>
      <p:grpSpPr>
        <a:xfrm>
          <a:off x="0" y="0"/>
          <a:ext cx="0" cy="0"/>
          <a:chOff x="0" y="0"/>
          <a:chExt cx="0" cy="0"/>
        </a:xfrm>
      </p:grpSpPr>
      <p:cxnSp>
        <p:nvCxnSpPr>
          <p:cNvPr id="354" name="Google Shape;354;p59"/>
          <p:cNvCxnSpPr/>
          <p:nvPr/>
        </p:nvCxnSpPr>
        <p:spPr>
          <a:xfrm>
            <a:off x="4800600" y="6210300"/>
            <a:ext cx="6705600" cy="0"/>
          </a:xfrm>
          <a:prstGeom prst="straightConnector1">
            <a:avLst/>
          </a:prstGeom>
          <a:noFill/>
          <a:ln cap="flat" cmpd="sng" w="12700">
            <a:solidFill>
              <a:schemeClr val="dk2">
                <a:alpha val="50199"/>
              </a:schemeClr>
            </a:solidFill>
            <a:prstDash val="solid"/>
            <a:miter lim="800000"/>
            <a:headEnd len="sm" w="sm" type="none"/>
            <a:tailEnd len="sm" w="sm" type="none"/>
          </a:ln>
        </p:spPr>
      </p:cxnSp>
      <p:pic>
        <p:nvPicPr>
          <p:cNvPr id="355" name="Google Shape;355;p59"/>
          <p:cNvPicPr preferRelativeResize="0"/>
          <p:nvPr>
            <p:ph idx="2" type="pic"/>
          </p:nvPr>
        </p:nvPicPr>
        <p:blipFill/>
        <p:spPr>
          <a:xfrm>
            <a:off x="0" y="0"/>
            <a:ext cx="4114800" cy="6858000"/>
          </a:xfrm>
          <a:prstGeom prst="rect">
            <a:avLst/>
          </a:prstGeom>
          <a:blipFill rotWithShape="1">
            <a:blip r:embed="rId2">
              <a:alphaModFix amt="70000"/>
            </a:blip>
            <a:stretch>
              <a:fillRect b="0" l="0" r="0" t="0"/>
            </a:stretch>
          </a:blipFill>
          <a:ln>
            <a:noFill/>
          </a:ln>
        </p:spPr>
      </p:pic>
      <p:sp>
        <p:nvSpPr>
          <p:cNvPr id="356" name="Google Shape;356;p59"/>
          <p:cNvSpPr txBox="1"/>
          <p:nvPr>
            <p:ph type="title"/>
          </p:nvPr>
        </p:nvSpPr>
        <p:spPr>
          <a:xfrm>
            <a:off x="3428999" y="0"/>
            <a:ext cx="6019800" cy="1593900"/>
          </a:xfrm>
          <a:prstGeom prst="rect">
            <a:avLst/>
          </a:prstGeom>
          <a:solidFill>
            <a:schemeClr val="lt1"/>
          </a:solidFill>
          <a:ln>
            <a:noFill/>
          </a:ln>
        </p:spPr>
        <p:txBody>
          <a:bodyPr anchorCtr="0" anchor="b" bIns="137150" lIns="137150" spcFirstLastPara="1" rIns="274300"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7" name="Google Shape;357;p59"/>
          <p:cNvSpPr txBox="1"/>
          <p:nvPr>
            <p:ph idx="1" type="body"/>
          </p:nvPr>
        </p:nvSpPr>
        <p:spPr>
          <a:xfrm>
            <a:off x="4701509" y="1741394"/>
            <a:ext cx="6105300" cy="38433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8" name="Google Shape;358;p59"/>
          <p:cNvSpPr txBox="1"/>
          <p:nvPr>
            <p:ph idx="11" type="ftr"/>
          </p:nvPr>
        </p:nvSpPr>
        <p:spPr>
          <a:xfrm>
            <a:off x="4701508" y="6029868"/>
            <a:ext cx="20208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9" name="Google Shape;359;p59"/>
          <p:cNvSpPr txBox="1"/>
          <p:nvPr>
            <p:ph idx="10" type="dt"/>
          </p:nvPr>
        </p:nvSpPr>
        <p:spPr>
          <a:xfrm>
            <a:off x="10058400" y="6029868"/>
            <a:ext cx="1182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0" name="Google Shape;360;p59"/>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6">
  <p:cSld name="Contenido con imagen 6">
    <p:spTree>
      <p:nvGrpSpPr>
        <p:cNvPr id="361" name="Shape 361"/>
        <p:cNvGrpSpPr/>
        <p:nvPr/>
      </p:nvGrpSpPr>
      <p:grpSpPr>
        <a:xfrm>
          <a:off x="0" y="0"/>
          <a:ext cx="0" cy="0"/>
          <a:chOff x="0" y="0"/>
          <a:chExt cx="0" cy="0"/>
        </a:xfrm>
      </p:grpSpPr>
      <p:sp>
        <p:nvSpPr>
          <p:cNvPr id="362" name="Google Shape;362;p60"/>
          <p:cNvSpPr txBox="1"/>
          <p:nvPr>
            <p:ph type="title"/>
          </p:nvPr>
        </p:nvSpPr>
        <p:spPr>
          <a:xfrm>
            <a:off x="603504" y="430047"/>
            <a:ext cx="4938900" cy="116640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3" name="Google Shape;363;p60"/>
          <p:cNvSpPr txBox="1"/>
          <p:nvPr>
            <p:ph idx="1" type="body"/>
          </p:nvPr>
        </p:nvSpPr>
        <p:spPr>
          <a:xfrm>
            <a:off x="605432" y="1746792"/>
            <a:ext cx="5776800" cy="39693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64" name="Google Shape;364;p60"/>
          <p:cNvPicPr preferRelativeResize="0"/>
          <p:nvPr>
            <p:ph idx="2" type="pic"/>
          </p:nvPr>
        </p:nvPicPr>
        <p:blipFill/>
        <p:spPr>
          <a:xfrm>
            <a:off x="7391400" y="0"/>
            <a:ext cx="4800600" cy="5562600"/>
          </a:xfrm>
          <a:prstGeom prst="rect">
            <a:avLst/>
          </a:prstGeom>
          <a:blipFill rotWithShape="1">
            <a:blip r:embed="rId2">
              <a:alphaModFix amt="70000"/>
            </a:blip>
            <a:stretch>
              <a:fillRect b="0" l="0" r="0" t="0"/>
            </a:stretch>
          </a:blipFill>
          <a:ln>
            <a:noFill/>
          </a:ln>
        </p:spPr>
      </p:pic>
      <p:sp>
        <p:nvSpPr>
          <p:cNvPr id="365" name="Google Shape;365;p60"/>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6" name="Google Shape;366;p60"/>
          <p:cNvSpPr txBox="1"/>
          <p:nvPr>
            <p:ph idx="10" type="dt"/>
          </p:nvPr>
        </p:nvSpPr>
        <p:spPr>
          <a:xfrm>
            <a:off x="10058400" y="6029868"/>
            <a:ext cx="1179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7" name="Google Shape;367;p60"/>
          <p:cNvSpPr txBox="1"/>
          <p:nvPr>
            <p:ph idx="12" type="sldNum"/>
          </p:nvPr>
        </p:nvSpPr>
        <p:spPr>
          <a:xfrm>
            <a:off x="11238206"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7" showMasterSp="0">
  <p:cSld name="Contenido con imagen 7">
    <p:spTree>
      <p:nvGrpSpPr>
        <p:cNvPr id="368" name="Shape 368"/>
        <p:cNvGrpSpPr/>
        <p:nvPr/>
      </p:nvGrpSpPr>
      <p:grpSpPr>
        <a:xfrm>
          <a:off x="0" y="0"/>
          <a:ext cx="0" cy="0"/>
          <a:chOff x="0" y="0"/>
          <a:chExt cx="0" cy="0"/>
        </a:xfrm>
      </p:grpSpPr>
      <p:pic>
        <p:nvPicPr>
          <p:cNvPr id="369" name="Google Shape;369;p61"/>
          <p:cNvPicPr preferRelativeResize="0"/>
          <p:nvPr>
            <p:ph idx="2" type="pic"/>
          </p:nvPr>
        </p:nvPicPr>
        <p:blipFill/>
        <p:spPr>
          <a:xfrm>
            <a:off x="0" y="0"/>
            <a:ext cx="3771900" cy="6858000"/>
          </a:xfrm>
          <a:prstGeom prst="rect">
            <a:avLst/>
          </a:prstGeom>
          <a:blipFill rotWithShape="1">
            <a:blip r:embed="rId2">
              <a:alphaModFix amt="70000"/>
            </a:blip>
            <a:stretch>
              <a:fillRect b="0" l="0" r="0" t="0"/>
            </a:stretch>
          </a:blipFill>
          <a:ln>
            <a:noFill/>
          </a:ln>
        </p:spPr>
      </p:pic>
      <p:sp>
        <p:nvSpPr>
          <p:cNvPr id="370" name="Google Shape;370;p61"/>
          <p:cNvSpPr txBox="1"/>
          <p:nvPr>
            <p:ph type="title"/>
          </p:nvPr>
        </p:nvSpPr>
        <p:spPr>
          <a:xfrm>
            <a:off x="3124200" y="0"/>
            <a:ext cx="7391400" cy="1206900"/>
          </a:xfrm>
          <a:prstGeom prst="rect">
            <a:avLst/>
          </a:prstGeom>
          <a:solidFill>
            <a:schemeClr val="lt1"/>
          </a:solidFill>
          <a:ln>
            <a:noFill/>
          </a:ln>
        </p:spPr>
        <p:txBody>
          <a:bodyPr anchorCtr="0" anchor="b" bIns="91425" lIns="137150" spcFirstLastPara="1" rIns="91425" wrap="square" tIns="13715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1" name="Google Shape;371;p61"/>
          <p:cNvSpPr txBox="1"/>
          <p:nvPr>
            <p:ph idx="1" type="body"/>
          </p:nvPr>
        </p:nvSpPr>
        <p:spPr>
          <a:xfrm>
            <a:off x="4358608" y="1367622"/>
            <a:ext cx="7172100" cy="44775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72" name="Google Shape;372;p61"/>
          <p:cNvCxnSpPr/>
          <p:nvPr/>
        </p:nvCxnSpPr>
        <p:spPr>
          <a:xfrm flipH="1" rot="10800000">
            <a:off x="4495800" y="6210330"/>
            <a:ext cx="7010400" cy="2100"/>
          </a:xfrm>
          <a:prstGeom prst="straightConnector1">
            <a:avLst/>
          </a:prstGeom>
          <a:noFill/>
          <a:ln cap="flat" cmpd="sng" w="12700">
            <a:solidFill>
              <a:schemeClr val="dk2">
                <a:alpha val="50199"/>
              </a:schemeClr>
            </a:solidFill>
            <a:prstDash val="solid"/>
            <a:miter lim="800000"/>
            <a:headEnd len="sm" w="sm" type="none"/>
            <a:tailEnd len="sm" w="sm" type="none"/>
          </a:ln>
        </p:spPr>
      </p:cxnSp>
      <p:sp>
        <p:nvSpPr>
          <p:cNvPr id="373" name="Google Shape;373;p61"/>
          <p:cNvSpPr txBox="1"/>
          <p:nvPr>
            <p:ph idx="11" type="ftr"/>
          </p:nvPr>
        </p:nvSpPr>
        <p:spPr>
          <a:xfrm>
            <a:off x="4358608" y="6029868"/>
            <a:ext cx="20244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4" name="Google Shape;374;p61"/>
          <p:cNvSpPr txBox="1"/>
          <p:nvPr>
            <p:ph idx="10" type="dt"/>
          </p:nvPr>
        </p:nvSpPr>
        <p:spPr>
          <a:xfrm>
            <a:off x="10058400" y="6029868"/>
            <a:ext cx="1179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5" name="Google Shape;375;p61"/>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8" showMasterSp="0">
  <p:cSld name="Contenido con imagen 8">
    <p:spTree>
      <p:nvGrpSpPr>
        <p:cNvPr id="376" name="Shape 376"/>
        <p:cNvGrpSpPr/>
        <p:nvPr/>
      </p:nvGrpSpPr>
      <p:grpSpPr>
        <a:xfrm>
          <a:off x="0" y="0"/>
          <a:ext cx="0" cy="0"/>
          <a:chOff x="0" y="0"/>
          <a:chExt cx="0" cy="0"/>
        </a:xfrm>
      </p:grpSpPr>
      <p:pic>
        <p:nvPicPr>
          <p:cNvPr id="377" name="Google Shape;377;p62"/>
          <p:cNvPicPr preferRelativeResize="0"/>
          <p:nvPr>
            <p:ph idx="2" type="pic"/>
          </p:nvPr>
        </p:nvPicPr>
        <p:blipFill/>
        <p:spPr>
          <a:xfrm>
            <a:off x="0" y="0"/>
            <a:ext cx="7848600" cy="6858000"/>
          </a:xfrm>
          <a:prstGeom prst="rect">
            <a:avLst/>
          </a:prstGeom>
          <a:blipFill rotWithShape="1">
            <a:blip r:embed="rId2">
              <a:alphaModFix amt="70000"/>
            </a:blip>
            <a:stretch>
              <a:fillRect b="0" l="0" r="0" t="0"/>
            </a:stretch>
          </a:blipFill>
          <a:ln>
            <a:noFill/>
          </a:ln>
        </p:spPr>
      </p:pic>
      <p:sp>
        <p:nvSpPr>
          <p:cNvPr id="378" name="Google Shape;378;p62"/>
          <p:cNvSpPr txBox="1"/>
          <p:nvPr>
            <p:ph type="title"/>
          </p:nvPr>
        </p:nvSpPr>
        <p:spPr>
          <a:xfrm>
            <a:off x="7450456" y="0"/>
            <a:ext cx="4142700" cy="1978800"/>
          </a:xfrm>
          <a:prstGeom prst="rect">
            <a:avLst/>
          </a:prstGeom>
          <a:solidFill>
            <a:schemeClr val="lt1"/>
          </a:solidFill>
          <a:ln>
            <a:noFill/>
          </a:ln>
        </p:spPr>
        <p:txBody>
          <a:bodyPr anchorCtr="0" anchor="b" bIns="137150" lIns="137150"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9" name="Google Shape;379;p62"/>
          <p:cNvSpPr txBox="1"/>
          <p:nvPr>
            <p:ph idx="1" type="body"/>
          </p:nvPr>
        </p:nvSpPr>
        <p:spPr>
          <a:xfrm>
            <a:off x="8442196" y="2112973"/>
            <a:ext cx="3151200" cy="36783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0" name="Google Shape;380;p62"/>
          <p:cNvSpPr txBox="1"/>
          <p:nvPr>
            <p:ph idx="11" type="ftr"/>
          </p:nvPr>
        </p:nvSpPr>
        <p:spPr>
          <a:xfrm>
            <a:off x="8439912" y="6029868"/>
            <a:ext cx="1911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1" name="Google Shape;381;p62"/>
          <p:cNvSpPr txBox="1"/>
          <p:nvPr>
            <p:ph idx="10" type="dt"/>
          </p:nvPr>
        </p:nvSpPr>
        <p:spPr>
          <a:xfrm>
            <a:off x="10351008" y="6029868"/>
            <a:ext cx="8901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2" name="Google Shape;382;p62"/>
          <p:cNvSpPr txBox="1"/>
          <p:nvPr>
            <p:ph idx="12" type="sldNum"/>
          </p:nvPr>
        </p:nvSpPr>
        <p:spPr>
          <a:xfrm>
            <a:off x="11233434" y="6029868"/>
            <a:ext cx="4293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9" showMasterSp="0">
  <p:cSld name="Contenido con imagen 9">
    <p:spTree>
      <p:nvGrpSpPr>
        <p:cNvPr id="383" name="Shape 383"/>
        <p:cNvGrpSpPr/>
        <p:nvPr/>
      </p:nvGrpSpPr>
      <p:grpSpPr>
        <a:xfrm>
          <a:off x="0" y="0"/>
          <a:ext cx="0" cy="0"/>
          <a:chOff x="0" y="0"/>
          <a:chExt cx="0" cy="0"/>
        </a:xfrm>
      </p:grpSpPr>
      <p:pic>
        <p:nvPicPr>
          <p:cNvPr id="384" name="Google Shape;384;p63"/>
          <p:cNvPicPr preferRelativeResize="0"/>
          <p:nvPr>
            <p:ph idx="2" type="pic"/>
          </p:nvPr>
        </p:nvPicPr>
        <p:blipFill/>
        <p:spPr>
          <a:xfrm>
            <a:off x="0" y="1"/>
            <a:ext cx="12192000" cy="6858000"/>
          </a:xfrm>
          <a:prstGeom prst="rect">
            <a:avLst/>
          </a:prstGeom>
          <a:blipFill rotWithShape="1">
            <a:blip r:embed="rId2">
              <a:alphaModFix amt="70000"/>
            </a:blip>
            <a:stretch>
              <a:fillRect b="0" l="0" r="0" t="0"/>
            </a:stretch>
          </a:blipFill>
          <a:ln>
            <a:noFill/>
          </a:ln>
        </p:spPr>
      </p:pic>
      <p:sp>
        <p:nvSpPr>
          <p:cNvPr id="385" name="Google Shape;385;p63"/>
          <p:cNvSpPr txBox="1"/>
          <p:nvPr>
            <p:ph type="title"/>
          </p:nvPr>
        </p:nvSpPr>
        <p:spPr>
          <a:xfrm>
            <a:off x="603504" y="1001376"/>
            <a:ext cx="3601200" cy="136260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63"/>
          <p:cNvSpPr txBox="1"/>
          <p:nvPr>
            <p:ph idx="1" type="body"/>
          </p:nvPr>
        </p:nvSpPr>
        <p:spPr>
          <a:xfrm>
            <a:off x="603504" y="2496848"/>
            <a:ext cx="3601200" cy="23037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a:lvl1pPr>
            <a:lvl2pPr indent="-317500" lvl="1" marL="914400" algn="l">
              <a:lnSpc>
                <a:spcPct val="120000"/>
              </a:lnSpc>
              <a:spcBef>
                <a:spcPts val="500"/>
              </a:spcBef>
              <a:spcAft>
                <a:spcPts val="0"/>
              </a:spcAft>
              <a:buClr>
                <a:schemeClr val="dk2"/>
              </a:buClr>
              <a:buSzPts val="1400"/>
              <a:buChar char="•"/>
              <a:defRPr/>
            </a:lvl2pPr>
            <a:lvl3pPr indent="-317500" lvl="2" marL="1371600" algn="l">
              <a:lnSpc>
                <a:spcPct val="120000"/>
              </a:lnSpc>
              <a:spcBef>
                <a:spcPts val="500"/>
              </a:spcBef>
              <a:spcAft>
                <a:spcPts val="0"/>
              </a:spcAft>
              <a:buClr>
                <a:schemeClr val="dk2"/>
              </a:buClr>
              <a:buSzPts val="1400"/>
              <a:buChar char="•"/>
              <a:defRPr/>
            </a:lvl3pPr>
            <a:lvl4pPr indent="-304800" lvl="3" marL="1828800" algn="l">
              <a:lnSpc>
                <a:spcPct val="120000"/>
              </a:lnSpc>
              <a:spcBef>
                <a:spcPts val="500"/>
              </a:spcBef>
              <a:spcAft>
                <a:spcPts val="0"/>
              </a:spcAft>
              <a:buClr>
                <a:schemeClr val="dk2"/>
              </a:buClr>
              <a:buSzPts val="1200"/>
              <a:buChar char="•"/>
              <a:defRPr/>
            </a:lvl4pPr>
            <a:lvl5pPr indent="-304800" lvl="4" marL="2286000" algn="l">
              <a:lnSpc>
                <a:spcPct val="120000"/>
              </a:lnSpc>
              <a:spcBef>
                <a:spcPts val="500"/>
              </a:spcBef>
              <a:spcAft>
                <a:spcPts val="0"/>
              </a:spcAft>
              <a:buClr>
                <a:schemeClr val="dk2"/>
              </a:buClr>
              <a:buSzPts val="12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7" name="Google Shape;387;p63"/>
          <p:cNvSpPr txBox="1"/>
          <p:nvPr>
            <p:ph idx="11" type="ftr"/>
          </p:nvPr>
        </p:nvSpPr>
        <p:spPr>
          <a:xfrm>
            <a:off x="603504" y="503237"/>
            <a:ext cx="19077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8" name="Google Shape;388;p63"/>
          <p:cNvSpPr txBox="1"/>
          <p:nvPr>
            <p:ph idx="10" type="dt"/>
          </p:nvPr>
        </p:nvSpPr>
        <p:spPr>
          <a:xfrm>
            <a:off x="603504" y="4800600"/>
            <a:ext cx="12567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9" name="Google Shape;389;p63"/>
          <p:cNvSpPr txBox="1"/>
          <p:nvPr>
            <p:ph idx="12" type="sldNum"/>
          </p:nvPr>
        </p:nvSpPr>
        <p:spPr>
          <a:xfrm>
            <a:off x="3947641" y="4800600"/>
            <a:ext cx="4293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0" showMasterSp="0">
  <p:cSld name="Contenido con imagen 10">
    <p:spTree>
      <p:nvGrpSpPr>
        <p:cNvPr id="390" name="Shape 390"/>
        <p:cNvGrpSpPr/>
        <p:nvPr/>
      </p:nvGrpSpPr>
      <p:grpSpPr>
        <a:xfrm>
          <a:off x="0" y="0"/>
          <a:ext cx="0" cy="0"/>
          <a:chOff x="0" y="0"/>
          <a:chExt cx="0" cy="0"/>
        </a:xfrm>
      </p:grpSpPr>
      <p:pic>
        <p:nvPicPr>
          <p:cNvPr id="391" name="Google Shape;391;p64"/>
          <p:cNvPicPr preferRelativeResize="0"/>
          <p:nvPr>
            <p:ph idx="2" type="pic"/>
          </p:nvPr>
        </p:nvPicPr>
        <p:blipFill/>
        <p:spPr>
          <a:xfrm>
            <a:off x="0" y="0"/>
            <a:ext cx="12192000" cy="6858000"/>
          </a:xfrm>
          <a:prstGeom prst="rect">
            <a:avLst/>
          </a:prstGeom>
          <a:blipFill rotWithShape="1">
            <a:blip r:embed="rId2">
              <a:alphaModFix amt="70000"/>
            </a:blip>
            <a:stretch>
              <a:fillRect b="0" l="0" r="0" t="0"/>
            </a:stretch>
          </a:blipFill>
          <a:ln>
            <a:noFill/>
          </a:ln>
        </p:spPr>
      </p:pic>
      <p:sp>
        <p:nvSpPr>
          <p:cNvPr id="392" name="Google Shape;392;p64"/>
          <p:cNvSpPr txBox="1"/>
          <p:nvPr>
            <p:ph type="title"/>
          </p:nvPr>
        </p:nvSpPr>
        <p:spPr>
          <a:xfrm>
            <a:off x="7280996" y="868363"/>
            <a:ext cx="4301400" cy="105810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3" name="Google Shape;393;p64"/>
          <p:cNvSpPr txBox="1"/>
          <p:nvPr>
            <p:ph idx="1" type="body"/>
          </p:nvPr>
        </p:nvSpPr>
        <p:spPr>
          <a:xfrm>
            <a:off x="7280997" y="2059527"/>
            <a:ext cx="4301400" cy="26208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a:lvl1pPr>
            <a:lvl2pPr indent="-317500" lvl="1" marL="914400" algn="l">
              <a:lnSpc>
                <a:spcPct val="120000"/>
              </a:lnSpc>
              <a:spcBef>
                <a:spcPts val="500"/>
              </a:spcBef>
              <a:spcAft>
                <a:spcPts val="0"/>
              </a:spcAft>
              <a:buClr>
                <a:schemeClr val="dk2"/>
              </a:buClr>
              <a:buSzPts val="1400"/>
              <a:buChar char="•"/>
              <a:defRPr/>
            </a:lvl2pPr>
            <a:lvl3pPr indent="-317500" lvl="2" marL="1371600" algn="l">
              <a:lnSpc>
                <a:spcPct val="120000"/>
              </a:lnSpc>
              <a:spcBef>
                <a:spcPts val="500"/>
              </a:spcBef>
              <a:spcAft>
                <a:spcPts val="0"/>
              </a:spcAft>
              <a:buClr>
                <a:schemeClr val="dk2"/>
              </a:buClr>
              <a:buSzPts val="1400"/>
              <a:buChar char="•"/>
              <a:defRPr/>
            </a:lvl3pPr>
            <a:lvl4pPr indent="-304800" lvl="3" marL="1828800" algn="l">
              <a:lnSpc>
                <a:spcPct val="120000"/>
              </a:lnSpc>
              <a:spcBef>
                <a:spcPts val="500"/>
              </a:spcBef>
              <a:spcAft>
                <a:spcPts val="0"/>
              </a:spcAft>
              <a:buClr>
                <a:schemeClr val="dk2"/>
              </a:buClr>
              <a:buSzPts val="1200"/>
              <a:buChar char="•"/>
              <a:defRPr/>
            </a:lvl4pPr>
            <a:lvl5pPr indent="-304800" lvl="4" marL="2286000" algn="l">
              <a:lnSpc>
                <a:spcPct val="120000"/>
              </a:lnSpc>
              <a:spcBef>
                <a:spcPts val="500"/>
              </a:spcBef>
              <a:spcAft>
                <a:spcPts val="0"/>
              </a:spcAft>
              <a:buClr>
                <a:schemeClr val="dk2"/>
              </a:buClr>
              <a:buSzPts val="12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4" name="Google Shape;394;p64"/>
          <p:cNvSpPr txBox="1"/>
          <p:nvPr>
            <p:ph idx="11" type="ftr"/>
          </p:nvPr>
        </p:nvSpPr>
        <p:spPr>
          <a:xfrm>
            <a:off x="7280998" y="503237"/>
            <a:ext cx="19077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5" name="Google Shape;395;p64"/>
          <p:cNvSpPr txBox="1"/>
          <p:nvPr>
            <p:ph idx="10" type="dt"/>
          </p:nvPr>
        </p:nvSpPr>
        <p:spPr>
          <a:xfrm>
            <a:off x="7280997" y="4680321"/>
            <a:ext cx="12567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6" name="Google Shape;396;p64"/>
          <p:cNvSpPr txBox="1"/>
          <p:nvPr>
            <p:ph idx="12" type="sldNum"/>
          </p:nvPr>
        </p:nvSpPr>
        <p:spPr>
          <a:xfrm>
            <a:off x="11229712" y="4680321"/>
            <a:ext cx="4293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1" showMasterSp="0">
  <p:cSld name="Contenido con imagen 11">
    <p:spTree>
      <p:nvGrpSpPr>
        <p:cNvPr id="397" name="Shape 397"/>
        <p:cNvGrpSpPr/>
        <p:nvPr/>
      </p:nvGrpSpPr>
      <p:grpSpPr>
        <a:xfrm>
          <a:off x="0" y="0"/>
          <a:ext cx="0" cy="0"/>
          <a:chOff x="0" y="0"/>
          <a:chExt cx="0" cy="0"/>
        </a:xfrm>
      </p:grpSpPr>
      <p:pic>
        <p:nvPicPr>
          <p:cNvPr id="398" name="Google Shape;398;p65"/>
          <p:cNvPicPr preferRelativeResize="0"/>
          <p:nvPr>
            <p:ph idx="2" type="pic"/>
          </p:nvPr>
        </p:nvPicPr>
        <p:blipFill/>
        <p:spPr>
          <a:xfrm>
            <a:off x="0" y="0"/>
            <a:ext cx="12192000" cy="6858000"/>
          </a:xfrm>
          <a:prstGeom prst="rect">
            <a:avLst/>
          </a:prstGeom>
          <a:blipFill rotWithShape="1">
            <a:blip r:embed="rId2">
              <a:alphaModFix amt="70000"/>
            </a:blip>
            <a:stretch>
              <a:fillRect b="0" l="0" r="0" t="0"/>
            </a:stretch>
          </a:blipFill>
          <a:ln>
            <a:noFill/>
          </a:ln>
        </p:spPr>
      </p:pic>
      <p:sp>
        <p:nvSpPr>
          <p:cNvPr id="399" name="Google Shape;399;p65"/>
          <p:cNvSpPr txBox="1"/>
          <p:nvPr>
            <p:ph type="title"/>
          </p:nvPr>
        </p:nvSpPr>
        <p:spPr>
          <a:xfrm>
            <a:off x="7280997" y="2201863"/>
            <a:ext cx="4225200" cy="105810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0" name="Google Shape;400;p65"/>
          <p:cNvSpPr txBox="1"/>
          <p:nvPr>
            <p:ph idx="1" type="body"/>
          </p:nvPr>
        </p:nvSpPr>
        <p:spPr>
          <a:xfrm>
            <a:off x="7280997" y="3393027"/>
            <a:ext cx="4225200" cy="24744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a:lvl1pPr>
            <a:lvl2pPr indent="-317500" lvl="1" marL="914400" algn="l">
              <a:lnSpc>
                <a:spcPct val="120000"/>
              </a:lnSpc>
              <a:spcBef>
                <a:spcPts val="500"/>
              </a:spcBef>
              <a:spcAft>
                <a:spcPts val="0"/>
              </a:spcAft>
              <a:buClr>
                <a:schemeClr val="dk2"/>
              </a:buClr>
              <a:buSzPts val="1400"/>
              <a:buChar char="•"/>
              <a:defRPr/>
            </a:lvl2pPr>
            <a:lvl3pPr indent="-317500" lvl="2" marL="1371600" algn="l">
              <a:lnSpc>
                <a:spcPct val="120000"/>
              </a:lnSpc>
              <a:spcBef>
                <a:spcPts val="500"/>
              </a:spcBef>
              <a:spcAft>
                <a:spcPts val="0"/>
              </a:spcAft>
              <a:buClr>
                <a:schemeClr val="dk2"/>
              </a:buClr>
              <a:buSzPts val="1400"/>
              <a:buChar char="•"/>
              <a:defRPr/>
            </a:lvl3pPr>
            <a:lvl4pPr indent="-304800" lvl="3" marL="1828800" algn="l">
              <a:lnSpc>
                <a:spcPct val="120000"/>
              </a:lnSpc>
              <a:spcBef>
                <a:spcPts val="500"/>
              </a:spcBef>
              <a:spcAft>
                <a:spcPts val="0"/>
              </a:spcAft>
              <a:buClr>
                <a:schemeClr val="dk2"/>
              </a:buClr>
              <a:buSzPts val="1200"/>
              <a:buChar char="•"/>
              <a:defRPr/>
            </a:lvl4pPr>
            <a:lvl5pPr indent="-304800" lvl="4" marL="2286000" algn="l">
              <a:lnSpc>
                <a:spcPct val="120000"/>
              </a:lnSpc>
              <a:spcBef>
                <a:spcPts val="500"/>
              </a:spcBef>
              <a:spcAft>
                <a:spcPts val="0"/>
              </a:spcAft>
              <a:buClr>
                <a:schemeClr val="dk2"/>
              </a:buClr>
              <a:buSzPts val="12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1" name="Google Shape;401;p65"/>
          <p:cNvSpPr txBox="1"/>
          <p:nvPr>
            <p:ph idx="11" type="ftr"/>
          </p:nvPr>
        </p:nvSpPr>
        <p:spPr>
          <a:xfrm>
            <a:off x="7280998" y="1836737"/>
            <a:ext cx="19077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2" name="Google Shape;402;p65"/>
          <p:cNvSpPr txBox="1"/>
          <p:nvPr>
            <p:ph idx="10" type="dt"/>
          </p:nvPr>
        </p:nvSpPr>
        <p:spPr>
          <a:xfrm>
            <a:off x="7280997" y="6013821"/>
            <a:ext cx="12567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3" name="Google Shape;403;p65"/>
          <p:cNvSpPr txBox="1"/>
          <p:nvPr>
            <p:ph idx="12" type="sldNum"/>
          </p:nvPr>
        </p:nvSpPr>
        <p:spPr>
          <a:xfrm>
            <a:off x="11229712" y="6013821"/>
            <a:ext cx="4293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2" showMasterSp="0">
  <p:cSld name="Contenido con imagen 12">
    <p:spTree>
      <p:nvGrpSpPr>
        <p:cNvPr id="404" name="Shape 404"/>
        <p:cNvGrpSpPr/>
        <p:nvPr/>
      </p:nvGrpSpPr>
      <p:grpSpPr>
        <a:xfrm>
          <a:off x="0" y="0"/>
          <a:ext cx="0" cy="0"/>
          <a:chOff x="0" y="0"/>
          <a:chExt cx="0" cy="0"/>
        </a:xfrm>
      </p:grpSpPr>
      <p:sp>
        <p:nvSpPr>
          <p:cNvPr id="405" name="Google Shape;405;p66"/>
          <p:cNvSpPr txBox="1"/>
          <p:nvPr>
            <p:ph type="title"/>
          </p:nvPr>
        </p:nvSpPr>
        <p:spPr>
          <a:xfrm>
            <a:off x="603504" y="4673955"/>
            <a:ext cx="3154800" cy="1287900"/>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06" name="Google Shape;406;p66"/>
          <p:cNvPicPr preferRelativeResize="0"/>
          <p:nvPr>
            <p:ph idx="2" type="pic"/>
          </p:nvPr>
        </p:nvPicPr>
        <p:blipFill/>
        <p:spPr>
          <a:xfrm>
            <a:off x="0" y="0"/>
            <a:ext cx="12192000" cy="4114800"/>
          </a:xfrm>
          <a:prstGeom prst="rect">
            <a:avLst/>
          </a:prstGeom>
          <a:blipFill rotWithShape="1">
            <a:blip r:embed="rId2">
              <a:alphaModFix amt="70000"/>
            </a:blip>
            <a:stretch>
              <a:fillRect b="0" l="0" r="0" t="0"/>
            </a:stretch>
          </a:blipFill>
          <a:ln>
            <a:noFill/>
          </a:ln>
        </p:spPr>
      </p:pic>
      <p:sp>
        <p:nvSpPr>
          <p:cNvPr id="407" name="Google Shape;407;p66"/>
          <p:cNvSpPr txBox="1"/>
          <p:nvPr>
            <p:ph idx="1" type="body"/>
          </p:nvPr>
        </p:nvSpPr>
        <p:spPr>
          <a:xfrm>
            <a:off x="4114800" y="4647060"/>
            <a:ext cx="7552200" cy="13827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400"/>
              <a:buNone/>
              <a:defRPr/>
            </a:lvl1pPr>
            <a:lvl2pPr indent="-228600" lvl="1" marL="914400" algn="l">
              <a:lnSpc>
                <a:spcPct val="120000"/>
              </a:lnSpc>
              <a:spcBef>
                <a:spcPts val="500"/>
              </a:spcBef>
              <a:spcAft>
                <a:spcPts val="0"/>
              </a:spcAft>
              <a:buClr>
                <a:schemeClr val="dk2"/>
              </a:buClr>
              <a:buSzPts val="1400"/>
              <a:buNone/>
              <a:defRPr/>
            </a:lvl2pPr>
            <a:lvl3pPr indent="-228600" lvl="2" marL="1371600" algn="l">
              <a:lnSpc>
                <a:spcPct val="120000"/>
              </a:lnSpc>
              <a:spcBef>
                <a:spcPts val="500"/>
              </a:spcBef>
              <a:spcAft>
                <a:spcPts val="0"/>
              </a:spcAft>
              <a:buClr>
                <a:schemeClr val="dk2"/>
              </a:buClr>
              <a:buSzPts val="1400"/>
              <a:buNone/>
              <a:defRPr/>
            </a:lvl3pPr>
            <a:lvl4pPr indent="-228600" lvl="3" marL="1828800" algn="l">
              <a:lnSpc>
                <a:spcPct val="120000"/>
              </a:lnSpc>
              <a:spcBef>
                <a:spcPts val="500"/>
              </a:spcBef>
              <a:spcAft>
                <a:spcPts val="0"/>
              </a:spcAft>
              <a:buClr>
                <a:schemeClr val="dk2"/>
              </a:buClr>
              <a:buSzPts val="1200"/>
              <a:buNone/>
              <a:defRPr/>
            </a:lvl4pPr>
            <a:lvl5pPr indent="-228600" lvl="4" marL="2286000" algn="l">
              <a:lnSpc>
                <a:spcPct val="12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8" name="Google Shape;408;p66"/>
          <p:cNvSpPr txBox="1"/>
          <p:nvPr>
            <p:ph idx="11" type="ftr"/>
          </p:nvPr>
        </p:nvSpPr>
        <p:spPr>
          <a:xfrm>
            <a:off x="605430" y="6029868"/>
            <a:ext cx="1911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9" name="Google Shape;409;p66"/>
          <p:cNvSpPr txBox="1"/>
          <p:nvPr>
            <p:ph idx="10" type="dt"/>
          </p:nvPr>
        </p:nvSpPr>
        <p:spPr>
          <a:xfrm>
            <a:off x="10058400" y="6029868"/>
            <a:ext cx="11796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0" name="Google Shape;410;p66"/>
          <p:cNvSpPr txBox="1"/>
          <p:nvPr>
            <p:ph idx="12" type="sldNum"/>
          </p:nvPr>
        </p:nvSpPr>
        <p:spPr>
          <a:xfrm>
            <a:off x="11237542" y="6029868"/>
            <a:ext cx="4293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3">
  <p:cSld name="Contenido con imagen 13">
    <p:spTree>
      <p:nvGrpSpPr>
        <p:cNvPr id="411" name="Shape 411"/>
        <p:cNvGrpSpPr/>
        <p:nvPr/>
      </p:nvGrpSpPr>
      <p:grpSpPr>
        <a:xfrm>
          <a:off x="0" y="0"/>
          <a:ext cx="0" cy="0"/>
          <a:chOff x="0" y="0"/>
          <a:chExt cx="0" cy="0"/>
        </a:xfrm>
      </p:grpSpPr>
      <p:sp>
        <p:nvSpPr>
          <p:cNvPr id="412" name="Google Shape;412;p67"/>
          <p:cNvSpPr txBox="1"/>
          <p:nvPr>
            <p:ph type="title"/>
          </p:nvPr>
        </p:nvSpPr>
        <p:spPr>
          <a:xfrm>
            <a:off x="603504" y="3429000"/>
            <a:ext cx="3081600" cy="2438400"/>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13" name="Google Shape;413;p67"/>
          <p:cNvPicPr preferRelativeResize="0"/>
          <p:nvPr>
            <p:ph idx="2" type="pic"/>
          </p:nvPr>
        </p:nvPicPr>
        <p:blipFill/>
        <p:spPr>
          <a:xfrm>
            <a:off x="0" y="0"/>
            <a:ext cx="12192000" cy="2895600"/>
          </a:xfrm>
          <a:prstGeom prst="rect">
            <a:avLst/>
          </a:prstGeom>
          <a:blipFill rotWithShape="1">
            <a:blip r:embed="rId2">
              <a:alphaModFix amt="70000"/>
            </a:blip>
            <a:stretch>
              <a:fillRect b="0" l="0" r="0" t="0"/>
            </a:stretch>
          </a:blipFill>
          <a:ln>
            <a:noFill/>
          </a:ln>
        </p:spPr>
      </p:pic>
      <p:sp>
        <p:nvSpPr>
          <p:cNvPr id="414" name="Google Shape;414;p67"/>
          <p:cNvSpPr txBox="1"/>
          <p:nvPr>
            <p:ph idx="1" type="body"/>
          </p:nvPr>
        </p:nvSpPr>
        <p:spPr>
          <a:xfrm>
            <a:off x="4114799" y="3429000"/>
            <a:ext cx="7391400" cy="24384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5" name="Google Shape;415;p67"/>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6" name="Google Shape;416;p67"/>
          <p:cNvSpPr txBox="1"/>
          <p:nvPr>
            <p:ph idx="10" type="dt"/>
          </p:nvPr>
        </p:nvSpPr>
        <p:spPr>
          <a:xfrm>
            <a:off x="10058400" y="6029868"/>
            <a:ext cx="1179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7" name="Google Shape;417;p67"/>
          <p:cNvSpPr txBox="1"/>
          <p:nvPr>
            <p:ph idx="12" type="sldNum"/>
          </p:nvPr>
        </p:nvSpPr>
        <p:spPr>
          <a:xfrm>
            <a:off x="11241368"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4" showMasterSp="0">
  <p:cSld name="Contenido con imagen 14">
    <p:spTree>
      <p:nvGrpSpPr>
        <p:cNvPr id="418" name="Shape 418"/>
        <p:cNvGrpSpPr/>
        <p:nvPr/>
      </p:nvGrpSpPr>
      <p:grpSpPr>
        <a:xfrm>
          <a:off x="0" y="0"/>
          <a:ext cx="0" cy="0"/>
          <a:chOff x="0" y="0"/>
          <a:chExt cx="0" cy="0"/>
        </a:xfrm>
      </p:grpSpPr>
      <p:sp>
        <p:nvSpPr>
          <p:cNvPr id="419" name="Google Shape;419;p68"/>
          <p:cNvSpPr txBox="1"/>
          <p:nvPr>
            <p:ph type="title"/>
          </p:nvPr>
        </p:nvSpPr>
        <p:spPr>
          <a:xfrm>
            <a:off x="603504" y="641214"/>
            <a:ext cx="3072300" cy="2775900"/>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0" name="Google Shape;420;p68"/>
          <p:cNvSpPr txBox="1"/>
          <p:nvPr>
            <p:ph idx="1" type="body"/>
          </p:nvPr>
        </p:nvSpPr>
        <p:spPr>
          <a:xfrm>
            <a:off x="4114799" y="618269"/>
            <a:ext cx="7471800" cy="28107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1" name="Google Shape;421;p68"/>
          <p:cNvSpPr txBox="1"/>
          <p:nvPr>
            <p:ph idx="11" type="ftr"/>
          </p:nvPr>
        </p:nvSpPr>
        <p:spPr>
          <a:xfrm>
            <a:off x="605431" y="3551884"/>
            <a:ext cx="19077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2" name="Google Shape;422;p68"/>
          <p:cNvSpPr txBox="1"/>
          <p:nvPr>
            <p:ph idx="10" type="dt"/>
          </p:nvPr>
        </p:nvSpPr>
        <p:spPr>
          <a:xfrm>
            <a:off x="10058400" y="3551884"/>
            <a:ext cx="11796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3" name="Google Shape;423;p68"/>
          <p:cNvSpPr txBox="1"/>
          <p:nvPr>
            <p:ph idx="12" type="sldNum"/>
          </p:nvPr>
        </p:nvSpPr>
        <p:spPr>
          <a:xfrm>
            <a:off x="11241368" y="3551884"/>
            <a:ext cx="4293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24" name="Google Shape;424;p68"/>
          <p:cNvPicPr preferRelativeResize="0"/>
          <p:nvPr>
            <p:ph idx="2" type="pic"/>
          </p:nvPr>
        </p:nvPicPr>
        <p:blipFill/>
        <p:spPr>
          <a:xfrm>
            <a:off x="0" y="4114800"/>
            <a:ext cx="12192000" cy="2743200"/>
          </a:xfrm>
          <a:prstGeom prst="rect">
            <a:avLst/>
          </a:prstGeom>
          <a:blipFill rotWithShape="1">
            <a:blip r:embed="rId2">
              <a:alphaModFix amt="70000"/>
            </a:blip>
            <a:stretch>
              <a:fillRect b="0" l="0" r="0" t="0"/>
            </a:stretch>
          </a:blip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5">
  <p:cSld name="Contenido con imagen 15">
    <p:spTree>
      <p:nvGrpSpPr>
        <p:cNvPr id="425" name="Shape 425"/>
        <p:cNvGrpSpPr/>
        <p:nvPr/>
      </p:nvGrpSpPr>
      <p:grpSpPr>
        <a:xfrm>
          <a:off x="0" y="0"/>
          <a:ext cx="0" cy="0"/>
          <a:chOff x="0" y="0"/>
          <a:chExt cx="0" cy="0"/>
        </a:xfrm>
      </p:grpSpPr>
      <p:pic>
        <p:nvPicPr>
          <p:cNvPr id="426" name="Google Shape;426;p69"/>
          <p:cNvPicPr preferRelativeResize="0"/>
          <p:nvPr>
            <p:ph idx="2" type="pic"/>
          </p:nvPr>
        </p:nvPicPr>
        <p:blipFill/>
        <p:spPr>
          <a:xfrm>
            <a:off x="685800" y="1371599"/>
            <a:ext cx="6705600" cy="4191000"/>
          </a:xfrm>
          <a:prstGeom prst="rect">
            <a:avLst/>
          </a:prstGeom>
          <a:blipFill rotWithShape="1">
            <a:blip r:embed="rId2">
              <a:alphaModFix amt="70000"/>
            </a:blip>
            <a:stretch>
              <a:fillRect b="0" l="0" r="0" t="0"/>
            </a:stretch>
          </a:blipFill>
          <a:ln>
            <a:noFill/>
          </a:ln>
        </p:spPr>
      </p:pic>
      <p:sp>
        <p:nvSpPr>
          <p:cNvPr id="427" name="Google Shape;427;p69"/>
          <p:cNvSpPr txBox="1"/>
          <p:nvPr>
            <p:ph type="title"/>
          </p:nvPr>
        </p:nvSpPr>
        <p:spPr>
          <a:xfrm>
            <a:off x="603504" y="313943"/>
            <a:ext cx="4939200" cy="1281600"/>
          </a:xfrm>
          <a:prstGeom prst="rect">
            <a:avLst/>
          </a:prstGeom>
          <a:solidFill>
            <a:schemeClr val="lt1"/>
          </a:solidFill>
          <a:ln>
            <a:noFill/>
          </a:ln>
        </p:spPr>
        <p:txBody>
          <a:bodyPr anchorCtr="0" anchor="b" bIns="137150" lIns="91425" spcFirstLastPara="1" rIns="91425" wrap="square" tIns="91425">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8" name="Google Shape;428;p69"/>
          <p:cNvSpPr txBox="1"/>
          <p:nvPr>
            <p:ph idx="1" type="body"/>
          </p:nvPr>
        </p:nvSpPr>
        <p:spPr>
          <a:xfrm>
            <a:off x="7959144" y="1266426"/>
            <a:ext cx="3547200" cy="42963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9" name="Google Shape;429;p69"/>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0" name="Google Shape;430;p69"/>
          <p:cNvSpPr txBox="1"/>
          <p:nvPr>
            <p:ph idx="10" type="dt"/>
          </p:nvPr>
        </p:nvSpPr>
        <p:spPr>
          <a:xfrm>
            <a:off x="10058400" y="6029868"/>
            <a:ext cx="1182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1" name="Google Shape;431;p69"/>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6" showMasterSp="0">
  <p:cSld name="Contenido con imagen 16">
    <p:spTree>
      <p:nvGrpSpPr>
        <p:cNvPr id="432" name="Shape 432"/>
        <p:cNvGrpSpPr/>
        <p:nvPr/>
      </p:nvGrpSpPr>
      <p:grpSpPr>
        <a:xfrm>
          <a:off x="0" y="0"/>
          <a:ext cx="0" cy="0"/>
          <a:chOff x="0" y="0"/>
          <a:chExt cx="0" cy="0"/>
        </a:xfrm>
      </p:grpSpPr>
      <p:sp>
        <p:nvSpPr>
          <p:cNvPr id="433" name="Google Shape;433;p70"/>
          <p:cNvSpPr txBox="1"/>
          <p:nvPr>
            <p:ph type="title"/>
          </p:nvPr>
        </p:nvSpPr>
        <p:spPr>
          <a:xfrm>
            <a:off x="603505" y="337062"/>
            <a:ext cx="6787800" cy="846000"/>
          </a:xfrm>
          <a:prstGeom prst="rect">
            <a:avLst/>
          </a:prstGeom>
          <a:solidFill>
            <a:schemeClr val="lt1"/>
          </a:solid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4" name="Google Shape;434;p70"/>
          <p:cNvSpPr txBox="1"/>
          <p:nvPr>
            <p:ph idx="11" type="ftr"/>
          </p:nvPr>
        </p:nvSpPr>
        <p:spPr>
          <a:xfrm>
            <a:off x="9705468" y="637706"/>
            <a:ext cx="1907700" cy="365100"/>
          </a:xfrm>
          <a:prstGeom prst="rect">
            <a:avLst/>
          </a:prstGeom>
          <a:solidFill>
            <a:schemeClr val="lt1"/>
          </a:solid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435" name="Google Shape;435;p70"/>
          <p:cNvPicPr preferRelativeResize="0"/>
          <p:nvPr>
            <p:ph idx="2" type="pic"/>
          </p:nvPr>
        </p:nvPicPr>
        <p:blipFill/>
        <p:spPr>
          <a:xfrm>
            <a:off x="0" y="1371600"/>
            <a:ext cx="7391400" cy="5486400"/>
          </a:xfrm>
          <a:prstGeom prst="rect">
            <a:avLst/>
          </a:prstGeom>
          <a:blipFill rotWithShape="1">
            <a:blip r:embed="rId2">
              <a:alphaModFix amt="70000"/>
            </a:blip>
            <a:stretch>
              <a:fillRect b="0" l="0" r="0" t="0"/>
            </a:stretch>
          </a:blipFill>
          <a:ln>
            <a:noFill/>
          </a:ln>
        </p:spPr>
      </p:pic>
      <p:sp>
        <p:nvSpPr>
          <p:cNvPr id="436" name="Google Shape;436;p70"/>
          <p:cNvSpPr txBox="1"/>
          <p:nvPr>
            <p:ph idx="1" type="body"/>
          </p:nvPr>
        </p:nvSpPr>
        <p:spPr>
          <a:xfrm>
            <a:off x="7966163" y="1266737"/>
            <a:ext cx="2894700" cy="47631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7" name="Google Shape;437;p70"/>
          <p:cNvSpPr txBox="1"/>
          <p:nvPr>
            <p:ph idx="10" type="dt"/>
          </p:nvPr>
        </p:nvSpPr>
        <p:spPr>
          <a:xfrm>
            <a:off x="10058400" y="6029868"/>
            <a:ext cx="1182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8" name="Google Shape;438;p70"/>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39" name="Google Shape;439;p70"/>
          <p:cNvCxnSpPr/>
          <p:nvPr/>
        </p:nvCxnSpPr>
        <p:spPr>
          <a:xfrm>
            <a:off x="11502704" y="1028700"/>
            <a:ext cx="0" cy="4800600"/>
          </a:xfrm>
          <a:prstGeom prst="straightConnector1">
            <a:avLst/>
          </a:prstGeom>
          <a:noFill/>
          <a:ln cap="flat" cmpd="sng" w="12700">
            <a:solidFill>
              <a:schemeClr val="dk2">
                <a:alpha val="50199"/>
              </a:schemeClr>
            </a:solidFill>
            <a:prstDash val="solid"/>
            <a:miter lim="800000"/>
            <a:headEnd len="sm" w="sm" type="none"/>
            <a:tailEnd len="sm" w="sm" type="none"/>
          </a:ln>
        </p:spPr>
      </p:cxn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7" showMasterSp="0">
  <p:cSld name="Contenido con imagen 17">
    <p:spTree>
      <p:nvGrpSpPr>
        <p:cNvPr id="440" name="Shape 440"/>
        <p:cNvGrpSpPr/>
        <p:nvPr/>
      </p:nvGrpSpPr>
      <p:grpSpPr>
        <a:xfrm>
          <a:off x="0" y="0"/>
          <a:ext cx="0" cy="0"/>
          <a:chOff x="0" y="0"/>
          <a:chExt cx="0" cy="0"/>
        </a:xfrm>
      </p:grpSpPr>
      <p:cxnSp>
        <p:nvCxnSpPr>
          <p:cNvPr id="441" name="Google Shape;441;p71"/>
          <p:cNvCxnSpPr/>
          <p:nvPr/>
        </p:nvCxnSpPr>
        <p:spPr>
          <a:xfrm>
            <a:off x="11506200" y="637890"/>
            <a:ext cx="0" cy="5572500"/>
          </a:xfrm>
          <a:prstGeom prst="straightConnector1">
            <a:avLst/>
          </a:prstGeom>
          <a:noFill/>
          <a:ln cap="flat" cmpd="sng" w="12700">
            <a:solidFill>
              <a:schemeClr val="dk2">
                <a:alpha val="50199"/>
              </a:schemeClr>
            </a:solidFill>
            <a:prstDash val="solid"/>
            <a:miter lim="800000"/>
            <a:headEnd len="sm" w="sm" type="none"/>
            <a:tailEnd len="sm" w="sm" type="none"/>
          </a:ln>
        </p:spPr>
      </p:cxnSp>
      <p:pic>
        <p:nvPicPr>
          <p:cNvPr id="442" name="Google Shape;442;p71"/>
          <p:cNvPicPr preferRelativeResize="0"/>
          <p:nvPr>
            <p:ph idx="2" type="pic"/>
          </p:nvPr>
        </p:nvPicPr>
        <p:blipFill/>
        <p:spPr>
          <a:xfrm>
            <a:off x="0" y="0"/>
            <a:ext cx="4114800" cy="4114800"/>
          </a:xfrm>
          <a:prstGeom prst="rect">
            <a:avLst/>
          </a:prstGeom>
          <a:blipFill rotWithShape="1">
            <a:blip r:embed="rId2">
              <a:alphaModFix amt="70000"/>
            </a:blip>
            <a:stretch>
              <a:fillRect b="0" l="0" r="0" t="0"/>
            </a:stretch>
          </a:blipFill>
          <a:ln>
            <a:noFill/>
          </a:ln>
        </p:spPr>
      </p:pic>
      <p:sp>
        <p:nvSpPr>
          <p:cNvPr id="443" name="Google Shape;443;p71"/>
          <p:cNvSpPr txBox="1"/>
          <p:nvPr>
            <p:ph type="title"/>
          </p:nvPr>
        </p:nvSpPr>
        <p:spPr>
          <a:xfrm>
            <a:off x="1002086" y="3666528"/>
            <a:ext cx="3282300" cy="1896000"/>
          </a:xfrm>
          <a:prstGeom prst="rect">
            <a:avLst/>
          </a:prstGeom>
          <a:solidFill>
            <a:schemeClr val="lt1"/>
          </a:solidFill>
          <a:ln>
            <a:noFill/>
          </a:ln>
        </p:spPr>
        <p:txBody>
          <a:bodyPr anchorCtr="0" anchor="t" bIns="137150" lIns="137150" spcFirstLastPara="1" rIns="91425" wrap="square" tIns="13715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4" name="Google Shape;444;p71"/>
          <p:cNvSpPr txBox="1"/>
          <p:nvPr>
            <p:ph idx="1" type="body"/>
          </p:nvPr>
        </p:nvSpPr>
        <p:spPr>
          <a:xfrm>
            <a:off x="4680337" y="1136232"/>
            <a:ext cx="5778000" cy="47613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5" name="Google Shape;445;p71"/>
          <p:cNvSpPr txBox="1"/>
          <p:nvPr>
            <p:ph idx="11" type="ftr"/>
          </p:nvPr>
        </p:nvSpPr>
        <p:spPr>
          <a:xfrm>
            <a:off x="9701783" y="640080"/>
            <a:ext cx="1911000" cy="410400"/>
          </a:xfrm>
          <a:prstGeom prst="rect">
            <a:avLst/>
          </a:prstGeom>
          <a:solidFill>
            <a:schemeClr val="lt1"/>
          </a:solid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6" name="Google Shape;446;p71"/>
          <p:cNvSpPr txBox="1"/>
          <p:nvPr>
            <p:ph idx="10" type="dt"/>
          </p:nvPr>
        </p:nvSpPr>
        <p:spPr>
          <a:xfrm rot="5400000">
            <a:off x="10874766" y="5197366"/>
            <a:ext cx="1289100" cy="365100"/>
          </a:xfrm>
          <a:prstGeom prst="rect">
            <a:avLst/>
          </a:prstGeom>
          <a:solidFill>
            <a:schemeClr val="lt1"/>
          </a:solidFill>
          <a:ln>
            <a:noFill/>
          </a:ln>
        </p:spPr>
        <p:txBody>
          <a:bodyPr anchorCtr="0" anchor="ctr" bIns="45700" lIns="91425" spcFirstLastPara="1" rIns="18287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7" name="Google Shape;447;p71"/>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8">
  <p:cSld name="Contenido con imagen 18">
    <p:spTree>
      <p:nvGrpSpPr>
        <p:cNvPr id="448" name="Shape 448"/>
        <p:cNvGrpSpPr/>
        <p:nvPr/>
      </p:nvGrpSpPr>
      <p:grpSpPr>
        <a:xfrm>
          <a:off x="0" y="0"/>
          <a:ext cx="0" cy="0"/>
          <a:chOff x="0" y="0"/>
          <a:chExt cx="0" cy="0"/>
        </a:xfrm>
      </p:grpSpPr>
      <p:pic>
        <p:nvPicPr>
          <p:cNvPr id="449" name="Google Shape;449;p72"/>
          <p:cNvPicPr preferRelativeResize="0"/>
          <p:nvPr>
            <p:ph idx="2" type="pic"/>
          </p:nvPr>
        </p:nvPicPr>
        <p:blipFill/>
        <p:spPr>
          <a:xfrm>
            <a:off x="0" y="1"/>
            <a:ext cx="4800600" cy="4822500"/>
          </a:xfrm>
          <a:prstGeom prst="rect">
            <a:avLst/>
          </a:prstGeom>
          <a:blipFill rotWithShape="1">
            <a:blip r:embed="rId2">
              <a:alphaModFix amt="70000"/>
            </a:blip>
            <a:stretch>
              <a:fillRect b="0" l="0" r="0" t="0"/>
            </a:stretch>
          </a:blipFill>
          <a:ln>
            <a:noFill/>
          </a:ln>
        </p:spPr>
      </p:pic>
      <p:sp>
        <p:nvSpPr>
          <p:cNvPr id="450" name="Google Shape;450;p72"/>
          <p:cNvSpPr txBox="1"/>
          <p:nvPr>
            <p:ph type="title"/>
          </p:nvPr>
        </p:nvSpPr>
        <p:spPr>
          <a:xfrm>
            <a:off x="1002085" y="4374100"/>
            <a:ext cx="3897900" cy="1380900"/>
          </a:xfrm>
          <a:prstGeom prst="rect">
            <a:avLst/>
          </a:prstGeom>
          <a:solidFill>
            <a:schemeClr val="lt1"/>
          </a:solidFill>
          <a:ln>
            <a:noFill/>
          </a:ln>
        </p:spPr>
        <p:txBody>
          <a:bodyPr anchorCtr="0" anchor="t" bIns="137150" lIns="137150" spcFirstLastPara="1" rIns="91425" wrap="square" tIns="13715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1" name="Google Shape;451;p72"/>
          <p:cNvSpPr txBox="1"/>
          <p:nvPr>
            <p:ph idx="1" type="body"/>
          </p:nvPr>
        </p:nvSpPr>
        <p:spPr>
          <a:xfrm>
            <a:off x="5389516" y="685800"/>
            <a:ext cx="5430900" cy="52050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2" name="Google Shape;452;p72"/>
          <p:cNvSpPr txBox="1"/>
          <p:nvPr>
            <p:ph idx="11" type="ftr"/>
          </p:nvPr>
        </p:nvSpPr>
        <p:spPr>
          <a:xfrm>
            <a:off x="602974" y="6029867"/>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3" name="Google Shape;453;p72"/>
          <p:cNvSpPr txBox="1"/>
          <p:nvPr>
            <p:ph idx="10" type="dt"/>
          </p:nvPr>
        </p:nvSpPr>
        <p:spPr>
          <a:xfrm>
            <a:off x="10058400" y="6029868"/>
            <a:ext cx="1179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4" name="Google Shape;454;p72"/>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imagen 19" showMasterSp="0">
  <p:cSld name="Contenido con imagen 19">
    <p:spTree>
      <p:nvGrpSpPr>
        <p:cNvPr id="455" name="Shape 455"/>
        <p:cNvGrpSpPr/>
        <p:nvPr/>
      </p:nvGrpSpPr>
      <p:grpSpPr>
        <a:xfrm>
          <a:off x="0" y="0"/>
          <a:ext cx="0" cy="0"/>
          <a:chOff x="0" y="0"/>
          <a:chExt cx="0" cy="0"/>
        </a:xfrm>
      </p:grpSpPr>
      <p:sp>
        <p:nvSpPr>
          <p:cNvPr id="456" name="Google Shape;456;p73"/>
          <p:cNvSpPr txBox="1"/>
          <p:nvPr>
            <p:ph type="title"/>
          </p:nvPr>
        </p:nvSpPr>
        <p:spPr>
          <a:xfrm>
            <a:off x="495138" y="551542"/>
            <a:ext cx="3737400" cy="1490400"/>
          </a:xfrm>
          <a:prstGeom prst="rect">
            <a:avLst/>
          </a:prstGeom>
          <a:solidFill>
            <a:schemeClr val="lt1"/>
          </a:solidFill>
          <a:ln>
            <a:noFill/>
          </a:ln>
        </p:spPr>
        <p:txBody>
          <a:bodyPr anchorCtr="0" anchor="t" bIns="137150" lIns="137150" spcFirstLastPara="1" rIns="91425" wrap="square" tIns="137150">
            <a:normAutofit/>
          </a:bodyPr>
          <a:lstStyle>
            <a:lvl1pPr lvl="0" algn="l">
              <a:lnSpc>
                <a:spcPct val="100000"/>
              </a:lnSpc>
              <a:spcBef>
                <a:spcPts val="0"/>
              </a:spcBef>
              <a:spcAft>
                <a:spcPts val="0"/>
              </a:spcAft>
              <a:buClr>
                <a:schemeClr val="accent5"/>
              </a:buClr>
              <a:buSzPts val="2800"/>
              <a:buFont typeface="Oswald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57" name="Google Shape;457;p73"/>
          <p:cNvPicPr preferRelativeResize="0"/>
          <p:nvPr>
            <p:ph idx="2" type="pic"/>
          </p:nvPr>
        </p:nvPicPr>
        <p:blipFill/>
        <p:spPr>
          <a:xfrm>
            <a:off x="685800" y="2057400"/>
            <a:ext cx="3429000" cy="4152900"/>
          </a:xfrm>
          <a:prstGeom prst="rect">
            <a:avLst/>
          </a:prstGeom>
          <a:blipFill rotWithShape="1">
            <a:blip r:embed="rId2">
              <a:alphaModFix amt="70000"/>
            </a:blip>
            <a:stretch>
              <a:fillRect b="0" l="0" r="0" t="0"/>
            </a:stretch>
          </a:blipFill>
          <a:ln>
            <a:noFill/>
          </a:ln>
        </p:spPr>
      </p:pic>
      <p:sp>
        <p:nvSpPr>
          <p:cNvPr id="458" name="Google Shape;458;p73"/>
          <p:cNvSpPr txBox="1"/>
          <p:nvPr>
            <p:ph idx="1" type="body"/>
          </p:nvPr>
        </p:nvSpPr>
        <p:spPr>
          <a:xfrm>
            <a:off x="4681057" y="595083"/>
            <a:ext cx="6981600" cy="53034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459" name="Google Shape;459;p73"/>
          <p:cNvCxnSpPr/>
          <p:nvPr/>
        </p:nvCxnSpPr>
        <p:spPr>
          <a:xfrm>
            <a:off x="4800600" y="6210300"/>
            <a:ext cx="6705600" cy="0"/>
          </a:xfrm>
          <a:prstGeom prst="straightConnector1">
            <a:avLst/>
          </a:prstGeom>
          <a:noFill/>
          <a:ln cap="flat" cmpd="sng" w="12700">
            <a:solidFill>
              <a:schemeClr val="dk2">
                <a:alpha val="50199"/>
              </a:schemeClr>
            </a:solidFill>
            <a:prstDash val="solid"/>
            <a:miter lim="800000"/>
            <a:headEnd len="sm" w="sm" type="none"/>
            <a:tailEnd len="sm" w="sm" type="none"/>
          </a:ln>
        </p:spPr>
      </p:cxnSp>
      <p:sp>
        <p:nvSpPr>
          <p:cNvPr id="460" name="Google Shape;460;p73"/>
          <p:cNvSpPr txBox="1"/>
          <p:nvPr>
            <p:ph idx="11" type="ftr"/>
          </p:nvPr>
        </p:nvSpPr>
        <p:spPr>
          <a:xfrm>
            <a:off x="4681058" y="6029868"/>
            <a:ext cx="20244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1" name="Google Shape;461;p73"/>
          <p:cNvSpPr txBox="1"/>
          <p:nvPr>
            <p:ph idx="10" type="dt"/>
          </p:nvPr>
        </p:nvSpPr>
        <p:spPr>
          <a:xfrm>
            <a:off x="10058400" y="6029868"/>
            <a:ext cx="11751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2" name="Google Shape;462;p73"/>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úmero grande" showMasterSp="0">
  <p:cSld name="Número grande">
    <p:spTree>
      <p:nvGrpSpPr>
        <p:cNvPr id="463" name="Shape 463"/>
        <p:cNvGrpSpPr/>
        <p:nvPr/>
      </p:nvGrpSpPr>
      <p:grpSpPr>
        <a:xfrm>
          <a:off x="0" y="0"/>
          <a:ext cx="0" cy="0"/>
          <a:chOff x="0" y="0"/>
          <a:chExt cx="0" cy="0"/>
        </a:xfrm>
      </p:grpSpPr>
      <p:sp>
        <p:nvSpPr>
          <p:cNvPr id="464" name="Google Shape;464;p74"/>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465" name="Google Shape;465;p74"/>
          <p:cNvSpPr txBox="1"/>
          <p:nvPr>
            <p:ph type="title"/>
          </p:nvPr>
        </p:nvSpPr>
        <p:spPr>
          <a:xfrm>
            <a:off x="4800599" y="5149121"/>
            <a:ext cx="6861000" cy="842400"/>
          </a:xfrm>
          <a:prstGeom prst="rect">
            <a:avLst/>
          </a:prstGeom>
          <a:noFill/>
          <a:ln>
            <a:noFill/>
          </a:ln>
        </p:spPr>
        <p:txBody>
          <a:bodyPr anchorCtr="0" anchor="t" bIns="137150" lIns="91425" spcFirstLastPara="1" rIns="91425" wrap="square" tIns="45700">
            <a:normAutofit/>
          </a:bodyPr>
          <a:lstStyle>
            <a:lvl1pPr lvl="0" algn="r">
              <a:lnSpc>
                <a:spcPct val="100000"/>
              </a:lnSpc>
              <a:spcBef>
                <a:spcPts val="0"/>
              </a:spcBef>
              <a:spcAft>
                <a:spcPts val="0"/>
              </a:spcAft>
              <a:buClr>
                <a:schemeClr val="accent1"/>
              </a:buClr>
              <a:buSzPts val="2800"/>
              <a:buFont typeface="Oswald SemiBold"/>
              <a:buNone/>
              <a:defRPr b="0" cap="none">
                <a:solidFill>
                  <a:schemeClr val="accent1"/>
                </a:solidFill>
                <a:latin typeface="Oswald SemiBold"/>
                <a:ea typeface="Oswald SemiBold"/>
                <a:cs typeface="Oswald SemiBold"/>
                <a:sym typeface="Oswald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6" name="Google Shape;466;p74"/>
          <p:cNvSpPr txBox="1"/>
          <p:nvPr>
            <p:ph idx="1" type="body"/>
          </p:nvPr>
        </p:nvSpPr>
        <p:spPr>
          <a:xfrm>
            <a:off x="434196" y="120765"/>
            <a:ext cx="10722900" cy="4260300"/>
          </a:xfrm>
          <a:prstGeom prst="rect">
            <a:avLst/>
          </a:prstGeom>
          <a:noFill/>
          <a:ln>
            <a:noFill/>
          </a:ln>
        </p:spPr>
        <p:txBody>
          <a:bodyPr anchorCtr="0" anchor="b" bIns="0" lIns="0" spcFirstLastPara="1" rIns="0" wrap="square" tIns="0">
            <a:normAutofit/>
          </a:bodyPr>
          <a:lstStyle>
            <a:lvl1pPr indent="-228600" lvl="0" marL="457200" algn="l">
              <a:lnSpc>
                <a:spcPct val="120000"/>
              </a:lnSpc>
              <a:spcBef>
                <a:spcPts val="1000"/>
              </a:spcBef>
              <a:spcAft>
                <a:spcPts val="0"/>
              </a:spcAft>
              <a:buClr>
                <a:schemeClr val="accent3"/>
              </a:buClr>
              <a:buSzPts val="28000"/>
              <a:buNone/>
              <a:defRPr sz="28000">
                <a:solidFill>
                  <a:schemeClr val="accent3"/>
                </a:solidFill>
                <a:latin typeface="Oswald SemiBold"/>
                <a:ea typeface="Oswald SemiBold"/>
                <a:cs typeface="Oswald SemiBold"/>
                <a:sym typeface="Oswald SemiBold"/>
              </a:defRPr>
            </a:lvl1pPr>
            <a:lvl2pPr indent="-228600" lvl="1" marL="914400" algn="l">
              <a:lnSpc>
                <a:spcPct val="120000"/>
              </a:lnSpc>
              <a:spcBef>
                <a:spcPts val="500"/>
              </a:spcBef>
              <a:spcAft>
                <a:spcPts val="0"/>
              </a:spcAft>
              <a:buClr>
                <a:schemeClr val="dk2"/>
              </a:buClr>
              <a:buSzPts val="1400"/>
              <a:buNone/>
              <a:defRPr/>
            </a:lvl2pPr>
            <a:lvl3pPr indent="-228600" lvl="2" marL="1371600" algn="l">
              <a:lnSpc>
                <a:spcPct val="120000"/>
              </a:lnSpc>
              <a:spcBef>
                <a:spcPts val="500"/>
              </a:spcBef>
              <a:spcAft>
                <a:spcPts val="0"/>
              </a:spcAft>
              <a:buClr>
                <a:schemeClr val="dk2"/>
              </a:buClr>
              <a:buSzPts val="1400"/>
              <a:buNone/>
              <a:defRPr/>
            </a:lvl3pPr>
            <a:lvl4pPr indent="-228600" lvl="3" marL="1828800" algn="l">
              <a:lnSpc>
                <a:spcPct val="120000"/>
              </a:lnSpc>
              <a:spcBef>
                <a:spcPts val="500"/>
              </a:spcBef>
              <a:spcAft>
                <a:spcPts val="0"/>
              </a:spcAft>
              <a:buClr>
                <a:schemeClr val="dk2"/>
              </a:buClr>
              <a:buSzPts val="1200"/>
              <a:buNone/>
              <a:defRPr/>
            </a:lvl4pPr>
            <a:lvl5pPr indent="-228600" lvl="4" marL="2286000" algn="l">
              <a:lnSpc>
                <a:spcPct val="12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7" name="Google Shape;467;p74"/>
          <p:cNvSpPr txBox="1"/>
          <p:nvPr>
            <p:ph idx="11" type="ftr"/>
          </p:nvPr>
        </p:nvSpPr>
        <p:spPr>
          <a:xfrm>
            <a:off x="605431" y="6029867"/>
            <a:ext cx="21378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8" name="Google Shape;468;p74"/>
          <p:cNvSpPr txBox="1"/>
          <p:nvPr>
            <p:ph idx="10" type="dt"/>
          </p:nvPr>
        </p:nvSpPr>
        <p:spPr>
          <a:xfrm>
            <a:off x="10058400" y="6029868"/>
            <a:ext cx="11826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9" name="Google Shape;469;p74"/>
          <p:cNvSpPr txBox="1"/>
          <p:nvPr>
            <p:ph idx="12" type="sldNum"/>
          </p:nvPr>
        </p:nvSpPr>
        <p:spPr>
          <a:xfrm>
            <a:off x="11233434" y="6029868"/>
            <a:ext cx="4293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dk2"/>
                </a:solidFill>
                <a:latin typeface="Open Sans Light"/>
                <a:ea typeface="Open Sans Light"/>
                <a:cs typeface="Open Sans Light"/>
                <a:sym typeface="Open Sans Light"/>
              </a:defRPr>
            </a:lvl1pPr>
            <a:lvl2pPr indent="0" lvl="1" marL="0" marR="0" algn="r">
              <a:spcBef>
                <a:spcPts val="0"/>
              </a:spcBef>
              <a:buNone/>
              <a:defRPr sz="900" cap="none">
                <a:solidFill>
                  <a:schemeClr val="dk2"/>
                </a:solidFill>
                <a:latin typeface="Open Sans Light"/>
                <a:ea typeface="Open Sans Light"/>
                <a:cs typeface="Open Sans Light"/>
                <a:sym typeface="Open Sans Light"/>
              </a:defRPr>
            </a:lvl2pPr>
            <a:lvl3pPr indent="0" lvl="2" marL="0" marR="0" algn="r">
              <a:spcBef>
                <a:spcPts val="0"/>
              </a:spcBef>
              <a:buNone/>
              <a:defRPr sz="900" cap="none">
                <a:solidFill>
                  <a:schemeClr val="dk2"/>
                </a:solidFill>
                <a:latin typeface="Open Sans Light"/>
                <a:ea typeface="Open Sans Light"/>
                <a:cs typeface="Open Sans Light"/>
                <a:sym typeface="Open Sans Light"/>
              </a:defRPr>
            </a:lvl3pPr>
            <a:lvl4pPr indent="0" lvl="3" marL="0" marR="0" algn="r">
              <a:spcBef>
                <a:spcPts val="0"/>
              </a:spcBef>
              <a:buNone/>
              <a:defRPr sz="900" cap="none">
                <a:solidFill>
                  <a:schemeClr val="dk2"/>
                </a:solidFill>
                <a:latin typeface="Open Sans Light"/>
                <a:ea typeface="Open Sans Light"/>
                <a:cs typeface="Open Sans Light"/>
                <a:sym typeface="Open Sans Light"/>
              </a:defRPr>
            </a:lvl4pPr>
            <a:lvl5pPr indent="0" lvl="4" marL="0" marR="0" algn="r">
              <a:spcBef>
                <a:spcPts val="0"/>
              </a:spcBef>
              <a:buNone/>
              <a:defRPr sz="900" cap="none">
                <a:solidFill>
                  <a:schemeClr val="dk2"/>
                </a:solidFill>
                <a:latin typeface="Open Sans Light"/>
                <a:ea typeface="Open Sans Light"/>
                <a:cs typeface="Open Sans Light"/>
                <a:sym typeface="Open Sans Light"/>
              </a:defRPr>
            </a:lvl5pPr>
            <a:lvl6pPr indent="0" lvl="5" marL="0" marR="0" algn="r">
              <a:spcBef>
                <a:spcPts val="0"/>
              </a:spcBef>
              <a:buNone/>
              <a:defRPr sz="900" cap="none">
                <a:solidFill>
                  <a:schemeClr val="dk2"/>
                </a:solidFill>
                <a:latin typeface="Open Sans Light"/>
                <a:ea typeface="Open Sans Light"/>
                <a:cs typeface="Open Sans Light"/>
                <a:sym typeface="Open Sans Light"/>
              </a:defRPr>
            </a:lvl6pPr>
            <a:lvl7pPr indent="0" lvl="6" marL="0" marR="0" algn="r">
              <a:spcBef>
                <a:spcPts val="0"/>
              </a:spcBef>
              <a:buNone/>
              <a:defRPr sz="900" cap="none">
                <a:solidFill>
                  <a:schemeClr val="dk2"/>
                </a:solidFill>
                <a:latin typeface="Open Sans Light"/>
                <a:ea typeface="Open Sans Light"/>
                <a:cs typeface="Open Sans Light"/>
                <a:sym typeface="Open Sans Light"/>
              </a:defRPr>
            </a:lvl7pPr>
            <a:lvl8pPr indent="0" lvl="7" marL="0" marR="0" algn="r">
              <a:spcBef>
                <a:spcPts val="0"/>
              </a:spcBef>
              <a:buNone/>
              <a:defRPr sz="900" cap="none">
                <a:solidFill>
                  <a:schemeClr val="dk2"/>
                </a:solidFill>
                <a:latin typeface="Open Sans Light"/>
                <a:ea typeface="Open Sans Light"/>
                <a:cs typeface="Open Sans Light"/>
                <a:sym typeface="Open Sans Light"/>
              </a:defRPr>
            </a:lvl8pPr>
            <a:lvl9pPr indent="0" lvl="8" marL="0" marR="0" algn="r">
              <a:spcBef>
                <a:spcPts val="0"/>
              </a:spcBef>
              <a:buNone/>
              <a:defRPr sz="900" cap="none">
                <a:solidFill>
                  <a:schemeClr val="dk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cxnSp>
        <p:nvCxnSpPr>
          <p:cNvPr id="470" name="Google Shape;470;p74"/>
          <p:cNvCxnSpPr/>
          <p:nvPr/>
        </p:nvCxnSpPr>
        <p:spPr>
          <a:xfrm>
            <a:off x="11503594" y="675861"/>
            <a:ext cx="0" cy="4184400"/>
          </a:xfrm>
          <a:prstGeom prst="straightConnector1">
            <a:avLst/>
          </a:prstGeom>
          <a:noFill/>
          <a:ln cap="flat" cmpd="sng" w="12700">
            <a:solidFill>
              <a:schemeClr val="dk2">
                <a:alpha val="74900"/>
              </a:schemeClr>
            </a:solidFill>
            <a:prstDash val="solid"/>
            <a:miter lim="800000"/>
            <a:headEnd len="sm" w="sm" type="none"/>
            <a:tailEnd len="sm" w="sm" type="none"/>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úmero grande 2" showMasterSp="0">
  <p:cSld name="Número grande 2">
    <p:spTree>
      <p:nvGrpSpPr>
        <p:cNvPr id="471" name="Shape 471"/>
        <p:cNvGrpSpPr/>
        <p:nvPr/>
      </p:nvGrpSpPr>
      <p:grpSpPr>
        <a:xfrm>
          <a:off x="0" y="0"/>
          <a:ext cx="0" cy="0"/>
          <a:chOff x="0" y="0"/>
          <a:chExt cx="0" cy="0"/>
        </a:xfrm>
      </p:grpSpPr>
      <p:sp>
        <p:nvSpPr>
          <p:cNvPr id="472" name="Google Shape;472;p75"/>
          <p:cNvSpPr/>
          <p:nvPr/>
        </p:nvSpPr>
        <p:spPr>
          <a:xfrm>
            <a:off x="0" y="0"/>
            <a:ext cx="12192000" cy="6858000"/>
          </a:xfrm>
          <a:prstGeom prst="rect">
            <a:avLst/>
          </a:prstGeom>
          <a:solidFill>
            <a:srgbClr val="F8B898">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473" name="Google Shape;473;p75"/>
          <p:cNvSpPr txBox="1"/>
          <p:nvPr>
            <p:ph type="title"/>
          </p:nvPr>
        </p:nvSpPr>
        <p:spPr>
          <a:xfrm>
            <a:off x="3429000" y="5042130"/>
            <a:ext cx="8232600" cy="949500"/>
          </a:xfrm>
          <a:prstGeom prst="rect">
            <a:avLst/>
          </a:prstGeom>
          <a:noFill/>
          <a:ln>
            <a:noFill/>
          </a:ln>
        </p:spPr>
        <p:txBody>
          <a:bodyPr anchorCtr="0" anchor="t" bIns="137150" lIns="91425" spcFirstLastPara="1" rIns="91425" wrap="square" tIns="45700">
            <a:normAutofit/>
          </a:bodyPr>
          <a:lstStyle>
            <a:lvl1pPr lvl="0" algn="r">
              <a:lnSpc>
                <a:spcPct val="100000"/>
              </a:lnSpc>
              <a:spcBef>
                <a:spcPts val="0"/>
              </a:spcBef>
              <a:spcAft>
                <a:spcPts val="0"/>
              </a:spcAft>
              <a:buClr>
                <a:srgbClr val="525A4E"/>
              </a:buClr>
              <a:buSzPts val="3200"/>
              <a:buFont typeface="Open Sans Light"/>
              <a:buNone/>
              <a:defRPr b="0" sz="3200" cap="none">
                <a:solidFill>
                  <a:srgbClr val="525A4E"/>
                </a:solidFill>
                <a:latin typeface="Open Sans Light"/>
                <a:ea typeface="Open Sans Light"/>
                <a:cs typeface="Open Sans Light"/>
                <a:sym typeface="Open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4" name="Google Shape;474;p75"/>
          <p:cNvSpPr txBox="1"/>
          <p:nvPr>
            <p:ph idx="1" type="body"/>
          </p:nvPr>
        </p:nvSpPr>
        <p:spPr>
          <a:xfrm>
            <a:off x="434196" y="120765"/>
            <a:ext cx="10722900" cy="4260300"/>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accent1"/>
              </a:buClr>
              <a:buSzPts val="28000"/>
              <a:buNone/>
              <a:defRPr sz="28000">
                <a:solidFill>
                  <a:schemeClr val="accent1"/>
                </a:solidFill>
                <a:latin typeface="Oswald SemiBold"/>
                <a:ea typeface="Oswald SemiBold"/>
                <a:cs typeface="Oswald SemiBold"/>
                <a:sym typeface="Oswald SemiBold"/>
              </a:defRPr>
            </a:lvl1pPr>
            <a:lvl2pPr indent="-228600" lvl="1" marL="914400" algn="l">
              <a:lnSpc>
                <a:spcPct val="120000"/>
              </a:lnSpc>
              <a:spcBef>
                <a:spcPts val="500"/>
              </a:spcBef>
              <a:spcAft>
                <a:spcPts val="0"/>
              </a:spcAft>
              <a:buClr>
                <a:schemeClr val="dk2"/>
              </a:buClr>
              <a:buSzPts val="1400"/>
              <a:buNone/>
              <a:defRPr/>
            </a:lvl2pPr>
            <a:lvl3pPr indent="-228600" lvl="2" marL="1371600" algn="l">
              <a:lnSpc>
                <a:spcPct val="120000"/>
              </a:lnSpc>
              <a:spcBef>
                <a:spcPts val="500"/>
              </a:spcBef>
              <a:spcAft>
                <a:spcPts val="0"/>
              </a:spcAft>
              <a:buClr>
                <a:schemeClr val="dk2"/>
              </a:buClr>
              <a:buSzPts val="1400"/>
              <a:buNone/>
              <a:defRPr/>
            </a:lvl3pPr>
            <a:lvl4pPr indent="-228600" lvl="3" marL="1828800" algn="l">
              <a:lnSpc>
                <a:spcPct val="120000"/>
              </a:lnSpc>
              <a:spcBef>
                <a:spcPts val="500"/>
              </a:spcBef>
              <a:spcAft>
                <a:spcPts val="0"/>
              </a:spcAft>
              <a:buClr>
                <a:schemeClr val="dk2"/>
              </a:buClr>
              <a:buSzPts val="1200"/>
              <a:buNone/>
              <a:defRPr/>
            </a:lvl4pPr>
            <a:lvl5pPr indent="-228600" lvl="4" marL="2286000" algn="l">
              <a:lnSpc>
                <a:spcPct val="12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5" name="Google Shape;475;p75"/>
          <p:cNvSpPr txBox="1"/>
          <p:nvPr>
            <p:ph idx="11" type="ftr"/>
          </p:nvPr>
        </p:nvSpPr>
        <p:spPr>
          <a:xfrm>
            <a:off x="605431" y="6029868"/>
            <a:ext cx="21378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6" name="Google Shape;476;p75"/>
          <p:cNvSpPr txBox="1"/>
          <p:nvPr>
            <p:ph idx="10" type="dt"/>
          </p:nvPr>
        </p:nvSpPr>
        <p:spPr>
          <a:xfrm>
            <a:off x="10058400" y="6029868"/>
            <a:ext cx="11826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7" name="Google Shape;477;p75"/>
          <p:cNvSpPr txBox="1"/>
          <p:nvPr>
            <p:ph idx="12" type="sldNum"/>
          </p:nvPr>
        </p:nvSpPr>
        <p:spPr>
          <a:xfrm>
            <a:off x="11233434" y="6029868"/>
            <a:ext cx="4293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dk2"/>
                </a:solidFill>
                <a:latin typeface="Open Sans Light"/>
                <a:ea typeface="Open Sans Light"/>
                <a:cs typeface="Open Sans Light"/>
                <a:sym typeface="Open Sans Light"/>
              </a:defRPr>
            </a:lvl1pPr>
            <a:lvl2pPr indent="0" lvl="1" marL="0" marR="0" algn="r">
              <a:spcBef>
                <a:spcPts val="0"/>
              </a:spcBef>
              <a:buNone/>
              <a:defRPr sz="900" cap="none">
                <a:solidFill>
                  <a:schemeClr val="dk2"/>
                </a:solidFill>
                <a:latin typeface="Open Sans Light"/>
                <a:ea typeface="Open Sans Light"/>
                <a:cs typeface="Open Sans Light"/>
                <a:sym typeface="Open Sans Light"/>
              </a:defRPr>
            </a:lvl2pPr>
            <a:lvl3pPr indent="0" lvl="2" marL="0" marR="0" algn="r">
              <a:spcBef>
                <a:spcPts val="0"/>
              </a:spcBef>
              <a:buNone/>
              <a:defRPr sz="900" cap="none">
                <a:solidFill>
                  <a:schemeClr val="dk2"/>
                </a:solidFill>
                <a:latin typeface="Open Sans Light"/>
                <a:ea typeface="Open Sans Light"/>
                <a:cs typeface="Open Sans Light"/>
                <a:sym typeface="Open Sans Light"/>
              </a:defRPr>
            </a:lvl3pPr>
            <a:lvl4pPr indent="0" lvl="3" marL="0" marR="0" algn="r">
              <a:spcBef>
                <a:spcPts val="0"/>
              </a:spcBef>
              <a:buNone/>
              <a:defRPr sz="900" cap="none">
                <a:solidFill>
                  <a:schemeClr val="dk2"/>
                </a:solidFill>
                <a:latin typeface="Open Sans Light"/>
                <a:ea typeface="Open Sans Light"/>
                <a:cs typeface="Open Sans Light"/>
                <a:sym typeface="Open Sans Light"/>
              </a:defRPr>
            </a:lvl4pPr>
            <a:lvl5pPr indent="0" lvl="4" marL="0" marR="0" algn="r">
              <a:spcBef>
                <a:spcPts val="0"/>
              </a:spcBef>
              <a:buNone/>
              <a:defRPr sz="900" cap="none">
                <a:solidFill>
                  <a:schemeClr val="dk2"/>
                </a:solidFill>
                <a:latin typeface="Open Sans Light"/>
                <a:ea typeface="Open Sans Light"/>
                <a:cs typeface="Open Sans Light"/>
                <a:sym typeface="Open Sans Light"/>
              </a:defRPr>
            </a:lvl5pPr>
            <a:lvl6pPr indent="0" lvl="5" marL="0" marR="0" algn="r">
              <a:spcBef>
                <a:spcPts val="0"/>
              </a:spcBef>
              <a:buNone/>
              <a:defRPr sz="900" cap="none">
                <a:solidFill>
                  <a:schemeClr val="dk2"/>
                </a:solidFill>
                <a:latin typeface="Open Sans Light"/>
                <a:ea typeface="Open Sans Light"/>
                <a:cs typeface="Open Sans Light"/>
                <a:sym typeface="Open Sans Light"/>
              </a:defRPr>
            </a:lvl6pPr>
            <a:lvl7pPr indent="0" lvl="6" marL="0" marR="0" algn="r">
              <a:spcBef>
                <a:spcPts val="0"/>
              </a:spcBef>
              <a:buNone/>
              <a:defRPr sz="900" cap="none">
                <a:solidFill>
                  <a:schemeClr val="dk2"/>
                </a:solidFill>
                <a:latin typeface="Open Sans Light"/>
                <a:ea typeface="Open Sans Light"/>
                <a:cs typeface="Open Sans Light"/>
                <a:sym typeface="Open Sans Light"/>
              </a:defRPr>
            </a:lvl7pPr>
            <a:lvl8pPr indent="0" lvl="7" marL="0" marR="0" algn="r">
              <a:spcBef>
                <a:spcPts val="0"/>
              </a:spcBef>
              <a:buNone/>
              <a:defRPr sz="900" cap="none">
                <a:solidFill>
                  <a:schemeClr val="dk2"/>
                </a:solidFill>
                <a:latin typeface="Open Sans Light"/>
                <a:ea typeface="Open Sans Light"/>
                <a:cs typeface="Open Sans Light"/>
                <a:sym typeface="Open Sans Light"/>
              </a:defRPr>
            </a:lvl8pPr>
            <a:lvl9pPr indent="0" lvl="8" marL="0" marR="0" algn="r">
              <a:spcBef>
                <a:spcPts val="0"/>
              </a:spcBef>
              <a:buNone/>
              <a:defRPr sz="900" cap="none">
                <a:solidFill>
                  <a:schemeClr val="dk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cxnSp>
        <p:nvCxnSpPr>
          <p:cNvPr id="478" name="Google Shape;478;p75"/>
          <p:cNvCxnSpPr/>
          <p:nvPr/>
        </p:nvCxnSpPr>
        <p:spPr>
          <a:xfrm>
            <a:off x="11509025" y="735417"/>
            <a:ext cx="0" cy="4124700"/>
          </a:xfrm>
          <a:prstGeom prst="straightConnector1">
            <a:avLst/>
          </a:prstGeom>
          <a:noFill/>
          <a:ln cap="flat" cmpd="sng" w="12700">
            <a:solidFill>
              <a:srgbClr val="EFEDE7">
                <a:alpha val="74900"/>
              </a:srgbClr>
            </a:solidFill>
            <a:prstDash val="solid"/>
            <a:miter lim="800000"/>
            <a:headEnd len="sm" w="sm" type="none"/>
            <a:tailEnd len="sm" w="sm" type="none"/>
          </a:ln>
        </p:spPr>
      </p:cxn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úmero grande 3" showMasterSp="0">
  <p:cSld name="Número grande 3">
    <p:spTree>
      <p:nvGrpSpPr>
        <p:cNvPr id="479" name="Shape 479"/>
        <p:cNvGrpSpPr/>
        <p:nvPr/>
      </p:nvGrpSpPr>
      <p:grpSpPr>
        <a:xfrm>
          <a:off x="0" y="0"/>
          <a:ext cx="0" cy="0"/>
          <a:chOff x="0" y="0"/>
          <a:chExt cx="0" cy="0"/>
        </a:xfrm>
      </p:grpSpPr>
      <p:sp>
        <p:nvSpPr>
          <p:cNvPr id="480" name="Google Shape;480;p76"/>
          <p:cNvSpPr/>
          <p:nvPr/>
        </p:nvSpPr>
        <p:spPr>
          <a:xfrm>
            <a:off x="0" y="0"/>
            <a:ext cx="12192000" cy="6858000"/>
          </a:xfrm>
          <a:prstGeom prst="rect">
            <a:avLst/>
          </a:prstGeom>
          <a:solidFill>
            <a:srgbClr val="F8B89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481" name="Google Shape;481;p76"/>
          <p:cNvSpPr txBox="1"/>
          <p:nvPr>
            <p:ph type="title"/>
          </p:nvPr>
        </p:nvSpPr>
        <p:spPr>
          <a:xfrm>
            <a:off x="4114799" y="5230607"/>
            <a:ext cx="7634400" cy="761100"/>
          </a:xfrm>
          <a:prstGeom prst="rect">
            <a:avLst/>
          </a:prstGeom>
          <a:noFill/>
          <a:ln>
            <a:noFill/>
          </a:ln>
        </p:spPr>
        <p:txBody>
          <a:bodyPr anchorCtr="0" anchor="t" bIns="137150" lIns="91425" spcFirstLastPara="1" rIns="91425" wrap="square" tIns="45700">
            <a:normAutofit/>
          </a:bodyPr>
          <a:lstStyle>
            <a:lvl1pPr lvl="0" algn="r">
              <a:lnSpc>
                <a:spcPct val="100000"/>
              </a:lnSpc>
              <a:spcBef>
                <a:spcPts val="0"/>
              </a:spcBef>
              <a:spcAft>
                <a:spcPts val="0"/>
              </a:spcAft>
              <a:buClr>
                <a:schemeClr val="lt1"/>
              </a:buClr>
              <a:buSzPts val="2800"/>
              <a:buFont typeface="Oswald SemiBold"/>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2" name="Google Shape;482;p76"/>
          <p:cNvSpPr txBox="1"/>
          <p:nvPr>
            <p:ph idx="1" type="body"/>
          </p:nvPr>
        </p:nvSpPr>
        <p:spPr>
          <a:xfrm>
            <a:off x="434195" y="120765"/>
            <a:ext cx="10659300" cy="4800600"/>
          </a:xfrm>
          <a:prstGeom prst="rect">
            <a:avLst/>
          </a:prstGeom>
          <a:noFill/>
          <a:ln>
            <a:noFill/>
          </a:ln>
        </p:spPr>
        <p:txBody>
          <a:bodyPr anchorCtr="0" anchor="b" bIns="0" lIns="0" spcFirstLastPara="1" rIns="0" wrap="square" tIns="0">
            <a:normAutofit/>
          </a:bodyPr>
          <a:lstStyle>
            <a:lvl1pPr indent="-228600" lvl="0" marL="457200" algn="l">
              <a:lnSpc>
                <a:spcPct val="120000"/>
              </a:lnSpc>
              <a:spcBef>
                <a:spcPts val="1000"/>
              </a:spcBef>
              <a:spcAft>
                <a:spcPts val="0"/>
              </a:spcAft>
              <a:buClr>
                <a:schemeClr val="accent2"/>
              </a:buClr>
              <a:buSzPts val="31000"/>
              <a:buNone/>
              <a:defRPr sz="31000">
                <a:solidFill>
                  <a:schemeClr val="accent2"/>
                </a:solidFill>
                <a:latin typeface="Oswald SemiBold"/>
                <a:ea typeface="Oswald SemiBold"/>
                <a:cs typeface="Oswald SemiBold"/>
                <a:sym typeface="Oswald SemiBold"/>
              </a:defRPr>
            </a:lvl1pPr>
            <a:lvl2pPr indent="-228600" lvl="1" marL="914400" algn="l">
              <a:lnSpc>
                <a:spcPct val="120000"/>
              </a:lnSpc>
              <a:spcBef>
                <a:spcPts val="500"/>
              </a:spcBef>
              <a:spcAft>
                <a:spcPts val="0"/>
              </a:spcAft>
              <a:buClr>
                <a:schemeClr val="dk2"/>
              </a:buClr>
              <a:buSzPts val="1400"/>
              <a:buNone/>
              <a:defRPr/>
            </a:lvl2pPr>
            <a:lvl3pPr indent="-228600" lvl="2" marL="1371600" algn="l">
              <a:lnSpc>
                <a:spcPct val="120000"/>
              </a:lnSpc>
              <a:spcBef>
                <a:spcPts val="500"/>
              </a:spcBef>
              <a:spcAft>
                <a:spcPts val="0"/>
              </a:spcAft>
              <a:buClr>
                <a:schemeClr val="dk2"/>
              </a:buClr>
              <a:buSzPts val="1400"/>
              <a:buNone/>
              <a:defRPr/>
            </a:lvl3pPr>
            <a:lvl4pPr indent="-228600" lvl="3" marL="1828800" algn="l">
              <a:lnSpc>
                <a:spcPct val="120000"/>
              </a:lnSpc>
              <a:spcBef>
                <a:spcPts val="500"/>
              </a:spcBef>
              <a:spcAft>
                <a:spcPts val="0"/>
              </a:spcAft>
              <a:buClr>
                <a:schemeClr val="dk2"/>
              </a:buClr>
              <a:buSzPts val="1200"/>
              <a:buNone/>
              <a:defRPr/>
            </a:lvl4pPr>
            <a:lvl5pPr indent="-228600" lvl="4" marL="2286000" algn="l">
              <a:lnSpc>
                <a:spcPct val="12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3" name="Google Shape;483;p76"/>
          <p:cNvSpPr txBox="1"/>
          <p:nvPr>
            <p:ph idx="11" type="ftr"/>
          </p:nvPr>
        </p:nvSpPr>
        <p:spPr>
          <a:xfrm>
            <a:off x="605431" y="6032480"/>
            <a:ext cx="21378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4" name="Google Shape;484;p76"/>
          <p:cNvSpPr txBox="1"/>
          <p:nvPr>
            <p:ph idx="10" type="dt"/>
          </p:nvPr>
        </p:nvSpPr>
        <p:spPr>
          <a:xfrm>
            <a:off x="10058400" y="6029868"/>
            <a:ext cx="11826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5" name="Google Shape;485;p76"/>
          <p:cNvSpPr txBox="1"/>
          <p:nvPr>
            <p:ph idx="12" type="sldNum"/>
          </p:nvPr>
        </p:nvSpPr>
        <p:spPr>
          <a:xfrm>
            <a:off x="11233434" y="6029868"/>
            <a:ext cx="4293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lt1"/>
                </a:solidFill>
                <a:latin typeface="Open Sans Light"/>
                <a:ea typeface="Open Sans Light"/>
                <a:cs typeface="Open Sans Light"/>
                <a:sym typeface="Open Sans Light"/>
              </a:defRPr>
            </a:lvl1pPr>
            <a:lvl2pPr indent="0" lvl="1" marL="0" marR="0" algn="r">
              <a:spcBef>
                <a:spcPts val="0"/>
              </a:spcBef>
              <a:buNone/>
              <a:defRPr sz="900" cap="none">
                <a:solidFill>
                  <a:schemeClr val="lt1"/>
                </a:solidFill>
                <a:latin typeface="Open Sans Light"/>
                <a:ea typeface="Open Sans Light"/>
                <a:cs typeface="Open Sans Light"/>
                <a:sym typeface="Open Sans Light"/>
              </a:defRPr>
            </a:lvl2pPr>
            <a:lvl3pPr indent="0" lvl="2" marL="0" marR="0" algn="r">
              <a:spcBef>
                <a:spcPts val="0"/>
              </a:spcBef>
              <a:buNone/>
              <a:defRPr sz="900" cap="none">
                <a:solidFill>
                  <a:schemeClr val="lt1"/>
                </a:solidFill>
                <a:latin typeface="Open Sans Light"/>
                <a:ea typeface="Open Sans Light"/>
                <a:cs typeface="Open Sans Light"/>
                <a:sym typeface="Open Sans Light"/>
              </a:defRPr>
            </a:lvl3pPr>
            <a:lvl4pPr indent="0" lvl="3" marL="0" marR="0" algn="r">
              <a:spcBef>
                <a:spcPts val="0"/>
              </a:spcBef>
              <a:buNone/>
              <a:defRPr sz="900" cap="none">
                <a:solidFill>
                  <a:schemeClr val="lt1"/>
                </a:solidFill>
                <a:latin typeface="Open Sans Light"/>
                <a:ea typeface="Open Sans Light"/>
                <a:cs typeface="Open Sans Light"/>
                <a:sym typeface="Open Sans Light"/>
              </a:defRPr>
            </a:lvl4pPr>
            <a:lvl5pPr indent="0" lvl="4" marL="0" marR="0" algn="r">
              <a:spcBef>
                <a:spcPts val="0"/>
              </a:spcBef>
              <a:buNone/>
              <a:defRPr sz="900" cap="none">
                <a:solidFill>
                  <a:schemeClr val="lt1"/>
                </a:solidFill>
                <a:latin typeface="Open Sans Light"/>
                <a:ea typeface="Open Sans Light"/>
                <a:cs typeface="Open Sans Light"/>
                <a:sym typeface="Open Sans Light"/>
              </a:defRPr>
            </a:lvl5pPr>
            <a:lvl6pPr indent="0" lvl="5" marL="0" marR="0" algn="r">
              <a:spcBef>
                <a:spcPts val="0"/>
              </a:spcBef>
              <a:buNone/>
              <a:defRPr sz="900" cap="none">
                <a:solidFill>
                  <a:schemeClr val="lt1"/>
                </a:solidFill>
                <a:latin typeface="Open Sans Light"/>
                <a:ea typeface="Open Sans Light"/>
                <a:cs typeface="Open Sans Light"/>
                <a:sym typeface="Open Sans Light"/>
              </a:defRPr>
            </a:lvl6pPr>
            <a:lvl7pPr indent="0" lvl="6" marL="0" marR="0" algn="r">
              <a:spcBef>
                <a:spcPts val="0"/>
              </a:spcBef>
              <a:buNone/>
              <a:defRPr sz="900" cap="none">
                <a:solidFill>
                  <a:schemeClr val="lt1"/>
                </a:solidFill>
                <a:latin typeface="Open Sans Light"/>
                <a:ea typeface="Open Sans Light"/>
                <a:cs typeface="Open Sans Light"/>
                <a:sym typeface="Open Sans Light"/>
              </a:defRPr>
            </a:lvl7pPr>
            <a:lvl8pPr indent="0" lvl="7" marL="0" marR="0" algn="r">
              <a:spcBef>
                <a:spcPts val="0"/>
              </a:spcBef>
              <a:buNone/>
              <a:defRPr sz="900" cap="none">
                <a:solidFill>
                  <a:schemeClr val="lt1"/>
                </a:solidFill>
                <a:latin typeface="Open Sans Light"/>
                <a:ea typeface="Open Sans Light"/>
                <a:cs typeface="Open Sans Light"/>
                <a:sym typeface="Open Sans Light"/>
              </a:defRPr>
            </a:lvl8pPr>
            <a:lvl9pPr indent="0" lvl="8" marL="0" marR="0" algn="r">
              <a:spcBef>
                <a:spcPts val="0"/>
              </a:spcBef>
              <a:buNone/>
              <a:defRPr sz="900" cap="none">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cxnSp>
        <p:nvCxnSpPr>
          <p:cNvPr id="486" name="Google Shape;486;p76"/>
          <p:cNvCxnSpPr/>
          <p:nvPr/>
        </p:nvCxnSpPr>
        <p:spPr>
          <a:xfrm>
            <a:off x="11509025" y="735417"/>
            <a:ext cx="0" cy="4185900"/>
          </a:xfrm>
          <a:prstGeom prst="straightConnector1">
            <a:avLst/>
          </a:prstGeom>
          <a:noFill/>
          <a:ln cap="flat" cmpd="sng" w="12700">
            <a:solidFill>
              <a:srgbClr val="EFEDE7">
                <a:alpha val="74900"/>
              </a:srgbClr>
            </a:solidFill>
            <a:prstDash val="solid"/>
            <a:miter lim="800000"/>
            <a:headEnd len="sm" w="sm" type="none"/>
            <a:tailEnd len="sm" w="sm" type="none"/>
          </a:ln>
        </p:spPr>
      </p:cxn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úmero grande 4" showMasterSp="0">
  <p:cSld name="Número grande 4">
    <p:spTree>
      <p:nvGrpSpPr>
        <p:cNvPr id="487" name="Shape 487"/>
        <p:cNvGrpSpPr/>
        <p:nvPr/>
      </p:nvGrpSpPr>
      <p:grpSpPr>
        <a:xfrm>
          <a:off x="0" y="0"/>
          <a:ext cx="0" cy="0"/>
          <a:chOff x="0" y="0"/>
          <a:chExt cx="0" cy="0"/>
        </a:xfrm>
      </p:grpSpPr>
      <p:sp>
        <p:nvSpPr>
          <p:cNvPr id="488" name="Google Shape;488;p77"/>
          <p:cNvSpPr/>
          <p:nvPr/>
        </p:nvSpPr>
        <p:spPr>
          <a:xfrm>
            <a:off x="0"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Open Sans Light"/>
              <a:ea typeface="Open Sans Light"/>
              <a:cs typeface="Open Sans Light"/>
              <a:sym typeface="Open Sans Light"/>
            </a:endParaRPr>
          </a:p>
        </p:txBody>
      </p:sp>
      <p:sp>
        <p:nvSpPr>
          <p:cNvPr id="489" name="Google Shape;489;p77"/>
          <p:cNvSpPr txBox="1"/>
          <p:nvPr>
            <p:ph type="title"/>
          </p:nvPr>
        </p:nvSpPr>
        <p:spPr>
          <a:xfrm>
            <a:off x="3800723" y="5230607"/>
            <a:ext cx="7948500" cy="761100"/>
          </a:xfrm>
          <a:prstGeom prst="rect">
            <a:avLst/>
          </a:prstGeom>
          <a:noFill/>
          <a:ln>
            <a:noFill/>
          </a:ln>
        </p:spPr>
        <p:txBody>
          <a:bodyPr anchorCtr="0" anchor="t" bIns="137150" lIns="91425" spcFirstLastPara="1" rIns="91425" wrap="square" tIns="45700">
            <a:normAutofit/>
          </a:bodyPr>
          <a:lstStyle>
            <a:lvl1pPr lvl="0" algn="r">
              <a:lnSpc>
                <a:spcPct val="100000"/>
              </a:lnSpc>
              <a:spcBef>
                <a:spcPts val="0"/>
              </a:spcBef>
              <a:spcAft>
                <a:spcPts val="0"/>
              </a:spcAft>
              <a:buClr>
                <a:schemeClr val="lt2"/>
              </a:buClr>
              <a:buSzPts val="2800"/>
              <a:buFont typeface="Open Sans Light"/>
              <a:buNone/>
              <a:defRPr b="1">
                <a:solidFill>
                  <a:schemeClr val="lt2"/>
                </a:solidFill>
                <a:latin typeface="Open Sans Light"/>
                <a:ea typeface="Open Sans Light"/>
                <a:cs typeface="Open Sans Light"/>
                <a:sym typeface="Open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0" name="Google Shape;490;p77"/>
          <p:cNvSpPr txBox="1"/>
          <p:nvPr>
            <p:ph idx="1" type="body"/>
          </p:nvPr>
        </p:nvSpPr>
        <p:spPr>
          <a:xfrm>
            <a:off x="434195" y="-657225"/>
            <a:ext cx="10924500" cy="5887800"/>
          </a:xfrm>
          <a:prstGeom prst="rect">
            <a:avLst/>
          </a:prstGeom>
          <a:noFill/>
          <a:ln>
            <a:noFill/>
          </a:ln>
        </p:spPr>
        <p:txBody>
          <a:bodyPr anchorCtr="0" anchor="ctr" bIns="0" lIns="0" spcFirstLastPara="1" rIns="0" wrap="square" tIns="0">
            <a:normAutofit/>
          </a:bodyPr>
          <a:lstStyle>
            <a:lvl1pPr indent="-228600" lvl="0" marL="457200" algn="l">
              <a:lnSpc>
                <a:spcPct val="120000"/>
              </a:lnSpc>
              <a:spcBef>
                <a:spcPts val="1000"/>
              </a:spcBef>
              <a:spcAft>
                <a:spcPts val="0"/>
              </a:spcAft>
              <a:buClr>
                <a:schemeClr val="lt2"/>
              </a:buClr>
              <a:buSzPts val="31000"/>
              <a:buNone/>
              <a:defRPr sz="31000">
                <a:solidFill>
                  <a:schemeClr val="lt2"/>
                </a:solidFill>
                <a:latin typeface="Oswald SemiBold"/>
                <a:ea typeface="Oswald SemiBold"/>
                <a:cs typeface="Oswald SemiBold"/>
                <a:sym typeface="Oswald SemiBold"/>
              </a:defRPr>
            </a:lvl1pPr>
            <a:lvl2pPr indent="-228600" lvl="1" marL="914400" algn="l">
              <a:lnSpc>
                <a:spcPct val="120000"/>
              </a:lnSpc>
              <a:spcBef>
                <a:spcPts val="500"/>
              </a:spcBef>
              <a:spcAft>
                <a:spcPts val="0"/>
              </a:spcAft>
              <a:buClr>
                <a:schemeClr val="dk2"/>
              </a:buClr>
              <a:buSzPts val="1400"/>
              <a:buNone/>
              <a:defRPr/>
            </a:lvl2pPr>
            <a:lvl3pPr indent="-228600" lvl="2" marL="1371600" algn="l">
              <a:lnSpc>
                <a:spcPct val="120000"/>
              </a:lnSpc>
              <a:spcBef>
                <a:spcPts val="500"/>
              </a:spcBef>
              <a:spcAft>
                <a:spcPts val="0"/>
              </a:spcAft>
              <a:buClr>
                <a:schemeClr val="dk2"/>
              </a:buClr>
              <a:buSzPts val="1400"/>
              <a:buNone/>
              <a:defRPr/>
            </a:lvl3pPr>
            <a:lvl4pPr indent="-228600" lvl="3" marL="1828800" algn="l">
              <a:lnSpc>
                <a:spcPct val="120000"/>
              </a:lnSpc>
              <a:spcBef>
                <a:spcPts val="500"/>
              </a:spcBef>
              <a:spcAft>
                <a:spcPts val="0"/>
              </a:spcAft>
              <a:buClr>
                <a:schemeClr val="dk2"/>
              </a:buClr>
              <a:buSzPts val="1200"/>
              <a:buNone/>
              <a:defRPr/>
            </a:lvl4pPr>
            <a:lvl5pPr indent="-228600" lvl="4" marL="2286000" algn="l">
              <a:lnSpc>
                <a:spcPct val="12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1" name="Google Shape;491;p77"/>
          <p:cNvSpPr txBox="1"/>
          <p:nvPr>
            <p:ph idx="11" type="ftr"/>
          </p:nvPr>
        </p:nvSpPr>
        <p:spPr>
          <a:xfrm>
            <a:off x="605431" y="6032480"/>
            <a:ext cx="21378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2" name="Google Shape;492;p77"/>
          <p:cNvSpPr txBox="1"/>
          <p:nvPr>
            <p:ph idx="10" type="dt"/>
          </p:nvPr>
        </p:nvSpPr>
        <p:spPr>
          <a:xfrm>
            <a:off x="10058400" y="6029868"/>
            <a:ext cx="11826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3" name="Google Shape;493;p77"/>
          <p:cNvSpPr txBox="1"/>
          <p:nvPr>
            <p:ph idx="12" type="sldNum"/>
          </p:nvPr>
        </p:nvSpPr>
        <p:spPr>
          <a:xfrm>
            <a:off x="11233434" y="6029868"/>
            <a:ext cx="4293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lt2"/>
                </a:solidFill>
                <a:latin typeface="Open Sans Light"/>
                <a:ea typeface="Open Sans Light"/>
                <a:cs typeface="Open Sans Light"/>
                <a:sym typeface="Open Sans Light"/>
              </a:defRPr>
            </a:lvl1pPr>
            <a:lvl2pPr indent="0" lvl="1" marL="0" marR="0" algn="r">
              <a:spcBef>
                <a:spcPts val="0"/>
              </a:spcBef>
              <a:buNone/>
              <a:defRPr sz="900" cap="none">
                <a:solidFill>
                  <a:schemeClr val="lt2"/>
                </a:solidFill>
                <a:latin typeface="Open Sans Light"/>
                <a:ea typeface="Open Sans Light"/>
                <a:cs typeface="Open Sans Light"/>
                <a:sym typeface="Open Sans Light"/>
              </a:defRPr>
            </a:lvl2pPr>
            <a:lvl3pPr indent="0" lvl="2" marL="0" marR="0" algn="r">
              <a:spcBef>
                <a:spcPts val="0"/>
              </a:spcBef>
              <a:buNone/>
              <a:defRPr sz="900" cap="none">
                <a:solidFill>
                  <a:schemeClr val="lt2"/>
                </a:solidFill>
                <a:latin typeface="Open Sans Light"/>
                <a:ea typeface="Open Sans Light"/>
                <a:cs typeface="Open Sans Light"/>
                <a:sym typeface="Open Sans Light"/>
              </a:defRPr>
            </a:lvl3pPr>
            <a:lvl4pPr indent="0" lvl="3" marL="0" marR="0" algn="r">
              <a:spcBef>
                <a:spcPts val="0"/>
              </a:spcBef>
              <a:buNone/>
              <a:defRPr sz="900" cap="none">
                <a:solidFill>
                  <a:schemeClr val="lt2"/>
                </a:solidFill>
                <a:latin typeface="Open Sans Light"/>
                <a:ea typeface="Open Sans Light"/>
                <a:cs typeface="Open Sans Light"/>
                <a:sym typeface="Open Sans Light"/>
              </a:defRPr>
            </a:lvl4pPr>
            <a:lvl5pPr indent="0" lvl="4" marL="0" marR="0" algn="r">
              <a:spcBef>
                <a:spcPts val="0"/>
              </a:spcBef>
              <a:buNone/>
              <a:defRPr sz="900" cap="none">
                <a:solidFill>
                  <a:schemeClr val="lt2"/>
                </a:solidFill>
                <a:latin typeface="Open Sans Light"/>
                <a:ea typeface="Open Sans Light"/>
                <a:cs typeface="Open Sans Light"/>
                <a:sym typeface="Open Sans Light"/>
              </a:defRPr>
            </a:lvl5pPr>
            <a:lvl6pPr indent="0" lvl="5" marL="0" marR="0" algn="r">
              <a:spcBef>
                <a:spcPts val="0"/>
              </a:spcBef>
              <a:buNone/>
              <a:defRPr sz="900" cap="none">
                <a:solidFill>
                  <a:schemeClr val="lt2"/>
                </a:solidFill>
                <a:latin typeface="Open Sans Light"/>
                <a:ea typeface="Open Sans Light"/>
                <a:cs typeface="Open Sans Light"/>
                <a:sym typeface="Open Sans Light"/>
              </a:defRPr>
            </a:lvl6pPr>
            <a:lvl7pPr indent="0" lvl="6" marL="0" marR="0" algn="r">
              <a:spcBef>
                <a:spcPts val="0"/>
              </a:spcBef>
              <a:buNone/>
              <a:defRPr sz="900" cap="none">
                <a:solidFill>
                  <a:schemeClr val="lt2"/>
                </a:solidFill>
                <a:latin typeface="Open Sans Light"/>
                <a:ea typeface="Open Sans Light"/>
                <a:cs typeface="Open Sans Light"/>
                <a:sym typeface="Open Sans Light"/>
              </a:defRPr>
            </a:lvl7pPr>
            <a:lvl8pPr indent="0" lvl="7" marL="0" marR="0" algn="r">
              <a:spcBef>
                <a:spcPts val="0"/>
              </a:spcBef>
              <a:buNone/>
              <a:defRPr sz="900" cap="none">
                <a:solidFill>
                  <a:schemeClr val="lt2"/>
                </a:solidFill>
                <a:latin typeface="Open Sans Light"/>
                <a:ea typeface="Open Sans Light"/>
                <a:cs typeface="Open Sans Light"/>
                <a:sym typeface="Open Sans Light"/>
              </a:defRPr>
            </a:lvl8pPr>
            <a:lvl9pPr indent="0" lvl="8" marL="0" marR="0" algn="r">
              <a:spcBef>
                <a:spcPts val="0"/>
              </a:spcBef>
              <a:buNone/>
              <a:defRPr sz="900" cap="none">
                <a:solidFill>
                  <a:schemeClr val="lt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cxnSp>
        <p:nvCxnSpPr>
          <p:cNvPr id="494" name="Google Shape;494;p77"/>
          <p:cNvCxnSpPr/>
          <p:nvPr/>
        </p:nvCxnSpPr>
        <p:spPr>
          <a:xfrm>
            <a:off x="11509025" y="735417"/>
            <a:ext cx="0" cy="4185900"/>
          </a:xfrm>
          <a:prstGeom prst="straightConnector1">
            <a:avLst/>
          </a:prstGeom>
          <a:noFill/>
          <a:ln cap="flat" cmpd="sng" w="12700">
            <a:solidFill>
              <a:srgbClr val="EFEDE7">
                <a:alpha val="74900"/>
              </a:srgbClr>
            </a:solidFill>
            <a:prstDash val="solid"/>
            <a:miter lim="800000"/>
            <a:headEnd len="sm" w="sm" type="none"/>
            <a:tailEnd len="sm" w="sm" type="none"/>
          </a:ln>
        </p:spPr>
      </p:cxn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úmero grande 5" showMasterSp="0">
  <p:cSld name="Número grande 5">
    <p:spTree>
      <p:nvGrpSpPr>
        <p:cNvPr id="495" name="Shape 495"/>
        <p:cNvGrpSpPr/>
        <p:nvPr/>
      </p:nvGrpSpPr>
      <p:grpSpPr>
        <a:xfrm>
          <a:off x="0" y="0"/>
          <a:ext cx="0" cy="0"/>
          <a:chOff x="0" y="0"/>
          <a:chExt cx="0" cy="0"/>
        </a:xfrm>
      </p:grpSpPr>
      <p:sp>
        <p:nvSpPr>
          <p:cNvPr id="496" name="Google Shape;496;p78"/>
          <p:cNvSpPr/>
          <p:nvPr/>
        </p:nvSpPr>
        <p:spPr>
          <a:xfrm>
            <a:off x="0"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Open Sans Light"/>
              <a:ea typeface="Open Sans Light"/>
              <a:cs typeface="Open Sans Light"/>
              <a:sym typeface="Open Sans Light"/>
            </a:endParaRPr>
          </a:p>
        </p:txBody>
      </p:sp>
      <p:sp>
        <p:nvSpPr>
          <p:cNvPr id="497" name="Google Shape;497;p78"/>
          <p:cNvSpPr txBox="1"/>
          <p:nvPr>
            <p:ph type="title"/>
          </p:nvPr>
        </p:nvSpPr>
        <p:spPr>
          <a:xfrm>
            <a:off x="3800723" y="5122417"/>
            <a:ext cx="7948500" cy="869100"/>
          </a:xfrm>
          <a:prstGeom prst="rect">
            <a:avLst/>
          </a:prstGeom>
          <a:noFill/>
          <a:ln>
            <a:noFill/>
          </a:ln>
        </p:spPr>
        <p:txBody>
          <a:bodyPr anchorCtr="0" anchor="t" bIns="137150" lIns="91425" spcFirstLastPara="1" rIns="91425" wrap="square" tIns="45700">
            <a:normAutofit/>
          </a:bodyPr>
          <a:lstStyle>
            <a:lvl1pPr lvl="0" algn="r">
              <a:lnSpc>
                <a:spcPct val="100000"/>
              </a:lnSpc>
              <a:spcBef>
                <a:spcPts val="0"/>
              </a:spcBef>
              <a:spcAft>
                <a:spcPts val="0"/>
              </a:spcAft>
              <a:buClr>
                <a:schemeClr val="lt2"/>
              </a:buClr>
              <a:buSzPts val="2800"/>
              <a:buFont typeface="Oswald SemiBold"/>
              <a:buNone/>
              <a:defRPr b="0" sz="2800">
                <a:solidFill>
                  <a:schemeClr val="lt2"/>
                </a:solidFill>
                <a:latin typeface="Oswald SemiBold"/>
                <a:ea typeface="Oswald SemiBold"/>
                <a:cs typeface="Oswald SemiBold"/>
                <a:sym typeface="Oswald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8" name="Google Shape;498;p78"/>
          <p:cNvSpPr txBox="1"/>
          <p:nvPr>
            <p:ph idx="1" type="body"/>
          </p:nvPr>
        </p:nvSpPr>
        <p:spPr>
          <a:xfrm>
            <a:off x="434195" y="120765"/>
            <a:ext cx="10659300" cy="4800600"/>
          </a:xfrm>
          <a:prstGeom prst="rect">
            <a:avLst/>
          </a:prstGeom>
          <a:noFill/>
          <a:ln>
            <a:noFill/>
          </a:ln>
        </p:spPr>
        <p:txBody>
          <a:bodyPr anchorCtr="0" anchor="b" bIns="45700" lIns="0" spcFirstLastPara="1" rIns="0" wrap="square" tIns="0">
            <a:normAutofit/>
          </a:bodyPr>
          <a:lstStyle>
            <a:lvl1pPr indent="-228600" lvl="0" marL="457200" algn="l">
              <a:lnSpc>
                <a:spcPct val="120000"/>
              </a:lnSpc>
              <a:spcBef>
                <a:spcPts val="0"/>
              </a:spcBef>
              <a:spcAft>
                <a:spcPts val="0"/>
              </a:spcAft>
              <a:buSzPts val="31000"/>
              <a:buNone/>
              <a:defRPr sz="31000">
                <a:latin typeface="Oswald SemiBold"/>
                <a:ea typeface="Oswald SemiBold"/>
                <a:cs typeface="Oswald SemiBold"/>
                <a:sym typeface="Oswald SemiBold"/>
              </a:defRPr>
            </a:lvl1pPr>
            <a:lvl2pPr indent="-228600" lvl="1" marL="914400" algn="l">
              <a:lnSpc>
                <a:spcPct val="120000"/>
              </a:lnSpc>
              <a:spcBef>
                <a:spcPts val="500"/>
              </a:spcBef>
              <a:spcAft>
                <a:spcPts val="0"/>
              </a:spcAft>
              <a:buClr>
                <a:schemeClr val="dk2"/>
              </a:buClr>
              <a:buSzPts val="1400"/>
              <a:buNone/>
              <a:defRPr/>
            </a:lvl2pPr>
            <a:lvl3pPr indent="-228600" lvl="2" marL="1371600" algn="l">
              <a:lnSpc>
                <a:spcPct val="120000"/>
              </a:lnSpc>
              <a:spcBef>
                <a:spcPts val="500"/>
              </a:spcBef>
              <a:spcAft>
                <a:spcPts val="0"/>
              </a:spcAft>
              <a:buClr>
                <a:schemeClr val="dk2"/>
              </a:buClr>
              <a:buSzPts val="1400"/>
              <a:buNone/>
              <a:defRPr/>
            </a:lvl3pPr>
            <a:lvl4pPr indent="-228600" lvl="3" marL="1828800" algn="l">
              <a:lnSpc>
                <a:spcPct val="120000"/>
              </a:lnSpc>
              <a:spcBef>
                <a:spcPts val="500"/>
              </a:spcBef>
              <a:spcAft>
                <a:spcPts val="0"/>
              </a:spcAft>
              <a:buClr>
                <a:schemeClr val="dk2"/>
              </a:buClr>
              <a:buSzPts val="1200"/>
              <a:buNone/>
              <a:defRPr/>
            </a:lvl4pPr>
            <a:lvl5pPr indent="-228600" lvl="4" marL="2286000" algn="l">
              <a:lnSpc>
                <a:spcPct val="120000"/>
              </a:lnSpc>
              <a:spcBef>
                <a:spcPts val="500"/>
              </a:spcBef>
              <a:spcAft>
                <a:spcPts val="0"/>
              </a:spcAft>
              <a:buClr>
                <a:schemeClr val="dk2"/>
              </a:buClr>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9" name="Google Shape;499;p78"/>
          <p:cNvSpPr txBox="1"/>
          <p:nvPr>
            <p:ph idx="11" type="ftr"/>
          </p:nvPr>
        </p:nvSpPr>
        <p:spPr>
          <a:xfrm>
            <a:off x="10263391" y="616226"/>
            <a:ext cx="1352400" cy="4125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b="0">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0" name="Google Shape;500;p78"/>
          <p:cNvSpPr txBox="1"/>
          <p:nvPr>
            <p:ph idx="10" type="dt"/>
          </p:nvPr>
        </p:nvSpPr>
        <p:spPr>
          <a:xfrm>
            <a:off x="10058400" y="6029868"/>
            <a:ext cx="11826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1" name="Google Shape;501;p78"/>
          <p:cNvSpPr txBox="1"/>
          <p:nvPr>
            <p:ph idx="12" type="sldNum"/>
          </p:nvPr>
        </p:nvSpPr>
        <p:spPr>
          <a:xfrm>
            <a:off x="11233434" y="6029868"/>
            <a:ext cx="4293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lt2"/>
                </a:solidFill>
                <a:latin typeface="Open Sans Light"/>
                <a:ea typeface="Open Sans Light"/>
                <a:cs typeface="Open Sans Light"/>
                <a:sym typeface="Open Sans Light"/>
              </a:defRPr>
            </a:lvl1pPr>
            <a:lvl2pPr indent="0" lvl="1" marL="0" marR="0" algn="r">
              <a:spcBef>
                <a:spcPts val="0"/>
              </a:spcBef>
              <a:buNone/>
              <a:defRPr sz="900" cap="none">
                <a:solidFill>
                  <a:schemeClr val="lt2"/>
                </a:solidFill>
                <a:latin typeface="Open Sans Light"/>
                <a:ea typeface="Open Sans Light"/>
                <a:cs typeface="Open Sans Light"/>
                <a:sym typeface="Open Sans Light"/>
              </a:defRPr>
            </a:lvl2pPr>
            <a:lvl3pPr indent="0" lvl="2" marL="0" marR="0" algn="r">
              <a:spcBef>
                <a:spcPts val="0"/>
              </a:spcBef>
              <a:buNone/>
              <a:defRPr sz="900" cap="none">
                <a:solidFill>
                  <a:schemeClr val="lt2"/>
                </a:solidFill>
                <a:latin typeface="Open Sans Light"/>
                <a:ea typeface="Open Sans Light"/>
                <a:cs typeface="Open Sans Light"/>
                <a:sym typeface="Open Sans Light"/>
              </a:defRPr>
            </a:lvl3pPr>
            <a:lvl4pPr indent="0" lvl="3" marL="0" marR="0" algn="r">
              <a:spcBef>
                <a:spcPts val="0"/>
              </a:spcBef>
              <a:buNone/>
              <a:defRPr sz="900" cap="none">
                <a:solidFill>
                  <a:schemeClr val="lt2"/>
                </a:solidFill>
                <a:latin typeface="Open Sans Light"/>
                <a:ea typeface="Open Sans Light"/>
                <a:cs typeface="Open Sans Light"/>
                <a:sym typeface="Open Sans Light"/>
              </a:defRPr>
            </a:lvl4pPr>
            <a:lvl5pPr indent="0" lvl="4" marL="0" marR="0" algn="r">
              <a:spcBef>
                <a:spcPts val="0"/>
              </a:spcBef>
              <a:buNone/>
              <a:defRPr sz="900" cap="none">
                <a:solidFill>
                  <a:schemeClr val="lt2"/>
                </a:solidFill>
                <a:latin typeface="Open Sans Light"/>
                <a:ea typeface="Open Sans Light"/>
                <a:cs typeface="Open Sans Light"/>
                <a:sym typeface="Open Sans Light"/>
              </a:defRPr>
            </a:lvl5pPr>
            <a:lvl6pPr indent="0" lvl="5" marL="0" marR="0" algn="r">
              <a:spcBef>
                <a:spcPts val="0"/>
              </a:spcBef>
              <a:buNone/>
              <a:defRPr sz="900" cap="none">
                <a:solidFill>
                  <a:schemeClr val="lt2"/>
                </a:solidFill>
                <a:latin typeface="Open Sans Light"/>
                <a:ea typeface="Open Sans Light"/>
                <a:cs typeface="Open Sans Light"/>
                <a:sym typeface="Open Sans Light"/>
              </a:defRPr>
            </a:lvl6pPr>
            <a:lvl7pPr indent="0" lvl="6" marL="0" marR="0" algn="r">
              <a:spcBef>
                <a:spcPts val="0"/>
              </a:spcBef>
              <a:buNone/>
              <a:defRPr sz="900" cap="none">
                <a:solidFill>
                  <a:schemeClr val="lt2"/>
                </a:solidFill>
                <a:latin typeface="Open Sans Light"/>
                <a:ea typeface="Open Sans Light"/>
                <a:cs typeface="Open Sans Light"/>
                <a:sym typeface="Open Sans Light"/>
              </a:defRPr>
            </a:lvl7pPr>
            <a:lvl8pPr indent="0" lvl="7" marL="0" marR="0" algn="r">
              <a:spcBef>
                <a:spcPts val="0"/>
              </a:spcBef>
              <a:buNone/>
              <a:defRPr sz="900" cap="none">
                <a:solidFill>
                  <a:schemeClr val="lt2"/>
                </a:solidFill>
                <a:latin typeface="Open Sans Light"/>
                <a:ea typeface="Open Sans Light"/>
                <a:cs typeface="Open Sans Light"/>
                <a:sym typeface="Open Sans Light"/>
              </a:defRPr>
            </a:lvl8pPr>
            <a:lvl9pPr indent="0" lvl="8" marL="0" marR="0" algn="r">
              <a:spcBef>
                <a:spcPts val="0"/>
              </a:spcBef>
              <a:buNone/>
              <a:defRPr sz="900" cap="none">
                <a:solidFill>
                  <a:schemeClr val="lt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ción" showMasterSp="0">
  <p:cSld name="Instrucción">
    <p:spTree>
      <p:nvGrpSpPr>
        <p:cNvPr id="502" name="Shape 502"/>
        <p:cNvGrpSpPr/>
        <p:nvPr/>
      </p:nvGrpSpPr>
      <p:grpSpPr>
        <a:xfrm>
          <a:off x="0" y="0"/>
          <a:ext cx="0" cy="0"/>
          <a:chOff x="0" y="0"/>
          <a:chExt cx="0" cy="0"/>
        </a:xfrm>
      </p:grpSpPr>
      <p:sp>
        <p:nvSpPr>
          <p:cNvPr id="503" name="Google Shape;503;p79"/>
          <p:cNvSpPr/>
          <p:nvPr/>
        </p:nvSpPr>
        <p:spPr>
          <a:xfrm>
            <a:off x="1" y="0"/>
            <a:ext cx="12192000" cy="6858000"/>
          </a:xfrm>
          <a:prstGeom prst="rect">
            <a:avLst/>
          </a:prstGeom>
          <a:solidFill>
            <a:srgbClr val="F8B89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504" name="Google Shape;504;p79"/>
          <p:cNvSpPr txBox="1"/>
          <p:nvPr>
            <p:ph type="title"/>
          </p:nvPr>
        </p:nvSpPr>
        <p:spPr>
          <a:xfrm>
            <a:off x="605431" y="-785191"/>
            <a:ext cx="10981200" cy="64020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5" name="Google Shape;505;p79"/>
          <p:cNvSpPr txBox="1"/>
          <p:nvPr>
            <p:ph idx="1" type="body"/>
          </p:nvPr>
        </p:nvSpPr>
        <p:spPr>
          <a:xfrm>
            <a:off x="337930" y="1649896"/>
            <a:ext cx="10170000" cy="4949700"/>
          </a:xfrm>
          <a:prstGeom prst="rect">
            <a:avLst/>
          </a:prstGeom>
          <a:noFill/>
          <a:ln>
            <a:noFill/>
          </a:ln>
        </p:spPr>
        <p:txBody>
          <a:bodyPr anchorCtr="0" anchor="b" bIns="45700" lIns="91425" spcFirstLastPara="1" rIns="91425" wrap="square" tIns="45700">
            <a:normAutofit/>
          </a:bodyPr>
          <a:lstStyle>
            <a:lvl1pPr indent="-228600" lvl="0" marL="457200" algn="l">
              <a:lnSpc>
                <a:spcPct val="80000"/>
              </a:lnSpc>
              <a:spcBef>
                <a:spcPts val="0"/>
              </a:spcBef>
              <a:spcAft>
                <a:spcPts val="0"/>
              </a:spcAft>
              <a:buClr>
                <a:schemeClr val="accent1"/>
              </a:buClr>
              <a:buSzPts val="7200"/>
              <a:buNone/>
              <a:defRPr sz="7200" cap="none">
                <a:solidFill>
                  <a:schemeClr val="accent1"/>
                </a:solidFill>
                <a:latin typeface="Oswald SemiBold"/>
                <a:ea typeface="Oswald SemiBold"/>
                <a:cs typeface="Oswald SemiBold"/>
                <a:sym typeface="Oswald SemiBold"/>
              </a:defRPr>
            </a:lvl1pPr>
            <a:lvl2pPr indent="-228600" lvl="1" marL="9144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2pPr>
            <a:lvl3pPr indent="-228600" lvl="2" marL="13716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3pPr>
            <a:lvl4pPr indent="-228600" lvl="3" marL="18288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4pPr>
            <a:lvl5pPr indent="-228600" lvl="4" marL="22860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06" name="Google Shape;506;p79"/>
          <p:cNvCxnSpPr/>
          <p:nvPr/>
        </p:nvCxnSpPr>
        <p:spPr>
          <a:xfrm rot="10800000">
            <a:off x="926154" y="685800"/>
            <a:ext cx="10326900" cy="0"/>
          </a:xfrm>
          <a:prstGeom prst="straightConnector1">
            <a:avLst/>
          </a:prstGeom>
          <a:noFill/>
          <a:ln cap="flat" cmpd="sng" w="12700">
            <a:solidFill>
              <a:schemeClr val="lt1">
                <a:alpha val="47060"/>
              </a:schemeClr>
            </a:solidFill>
            <a:prstDash val="solid"/>
            <a:miter lim="800000"/>
            <a:headEnd len="sm" w="sm" type="none"/>
            <a:tailEnd len="sm" w="sm" type="none"/>
          </a:ln>
        </p:spPr>
      </p:cxnSp>
      <p:sp>
        <p:nvSpPr>
          <p:cNvPr id="507" name="Google Shape;507;p79"/>
          <p:cNvSpPr txBox="1"/>
          <p:nvPr>
            <p:ph idx="11" type="ftr"/>
          </p:nvPr>
        </p:nvSpPr>
        <p:spPr>
          <a:xfrm>
            <a:off x="605431" y="501227"/>
            <a:ext cx="1907700" cy="365100"/>
          </a:xfrm>
          <a:prstGeom prst="rect">
            <a:avLst/>
          </a:prstGeom>
          <a:solidFill>
            <a:srgbClr val="F8B898"/>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8" name="Google Shape;508;p79"/>
          <p:cNvSpPr txBox="1"/>
          <p:nvPr>
            <p:ph idx="10" type="dt"/>
          </p:nvPr>
        </p:nvSpPr>
        <p:spPr>
          <a:xfrm>
            <a:off x="9900458" y="501227"/>
            <a:ext cx="1256700" cy="365100"/>
          </a:xfrm>
          <a:prstGeom prst="rect">
            <a:avLst/>
          </a:prstGeom>
          <a:solidFill>
            <a:srgbClr val="F8B898"/>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9" name="Google Shape;509;p79"/>
          <p:cNvSpPr txBox="1"/>
          <p:nvPr>
            <p:ph idx="12" type="sldNum"/>
          </p:nvPr>
        </p:nvSpPr>
        <p:spPr>
          <a:xfrm>
            <a:off x="11157196" y="501227"/>
            <a:ext cx="429300" cy="365100"/>
          </a:xfrm>
          <a:prstGeom prst="rect">
            <a:avLst/>
          </a:prstGeom>
          <a:solidFill>
            <a:srgbClr val="F8B898"/>
          </a:solid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lt1"/>
                </a:solidFill>
                <a:latin typeface="Open Sans Light"/>
                <a:ea typeface="Open Sans Light"/>
                <a:cs typeface="Open Sans Light"/>
                <a:sym typeface="Open Sans Light"/>
              </a:defRPr>
            </a:lvl1pPr>
            <a:lvl2pPr indent="0" lvl="1" marL="0" marR="0" algn="r">
              <a:spcBef>
                <a:spcPts val="0"/>
              </a:spcBef>
              <a:buNone/>
              <a:defRPr sz="900" cap="none">
                <a:solidFill>
                  <a:schemeClr val="lt1"/>
                </a:solidFill>
                <a:latin typeface="Open Sans Light"/>
                <a:ea typeface="Open Sans Light"/>
                <a:cs typeface="Open Sans Light"/>
                <a:sym typeface="Open Sans Light"/>
              </a:defRPr>
            </a:lvl2pPr>
            <a:lvl3pPr indent="0" lvl="2" marL="0" marR="0" algn="r">
              <a:spcBef>
                <a:spcPts val="0"/>
              </a:spcBef>
              <a:buNone/>
              <a:defRPr sz="900" cap="none">
                <a:solidFill>
                  <a:schemeClr val="lt1"/>
                </a:solidFill>
                <a:latin typeface="Open Sans Light"/>
                <a:ea typeface="Open Sans Light"/>
                <a:cs typeface="Open Sans Light"/>
                <a:sym typeface="Open Sans Light"/>
              </a:defRPr>
            </a:lvl3pPr>
            <a:lvl4pPr indent="0" lvl="3" marL="0" marR="0" algn="r">
              <a:spcBef>
                <a:spcPts val="0"/>
              </a:spcBef>
              <a:buNone/>
              <a:defRPr sz="900" cap="none">
                <a:solidFill>
                  <a:schemeClr val="lt1"/>
                </a:solidFill>
                <a:latin typeface="Open Sans Light"/>
                <a:ea typeface="Open Sans Light"/>
                <a:cs typeface="Open Sans Light"/>
                <a:sym typeface="Open Sans Light"/>
              </a:defRPr>
            </a:lvl4pPr>
            <a:lvl5pPr indent="0" lvl="4" marL="0" marR="0" algn="r">
              <a:spcBef>
                <a:spcPts val="0"/>
              </a:spcBef>
              <a:buNone/>
              <a:defRPr sz="900" cap="none">
                <a:solidFill>
                  <a:schemeClr val="lt1"/>
                </a:solidFill>
                <a:latin typeface="Open Sans Light"/>
                <a:ea typeface="Open Sans Light"/>
                <a:cs typeface="Open Sans Light"/>
                <a:sym typeface="Open Sans Light"/>
              </a:defRPr>
            </a:lvl5pPr>
            <a:lvl6pPr indent="0" lvl="5" marL="0" marR="0" algn="r">
              <a:spcBef>
                <a:spcPts val="0"/>
              </a:spcBef>
              <a:buNone/>
              <a:defRPr sz="900" cap="none">
                <a:solidFill>
                  <a:schemeClr val="lt1"/>
                </a:solidFill>
                <a:latin typeface="Open Sans Light"/>
                <a:ea typeface="Open Sans Light"/>
                <a:cs typeface="Open Sans Light"/>
                <a:sym typeface="Open Sans Light"/>
              </a:defRPr>
            </a:lvl6pPr>
            <a:lvl7pPr indent="0" lvl="6" marL="0" marR="0" algn="r">
              <a:spcBef>
                <a:spcPts val="0"/>
              </a:spcBef>
              <a:buNone/>
              <a:defRPr sz="900" cap="none">
                <a:solidFill>
                  <a:schemeClr val="lt1"/>
                </a:solidFill>
                <a:latin typeface="Open Sans Light"/>
                <a:ea typeface="Open Sans Light"/>
                <a:cs typeface="Open Sans Light"/>
                <a:sym typeface="Open Sans Light"/>
              </a:defRPr>
            </a:lvl7pPr>
            <a:lvl8pPr indent="0" lvl="7" marL="0" marR="0" algn="r">
              <a:spcBef>
                <a:spcPts val="0"/>
              </a:spcBef>
              <a:buNone/>
              <a:defRPr sz="900" cap="none">
                <a:solidFill>
                  <a:schemeClr val="lt1"/>
                </a:solidFill>
                <a:latin typeface="Open Sans Light"/>
                <a:ea typeface="Open Sans Light"/>
                <a:cs typeface="Open Sans Light"/>
                <a:sym typeface="Open Sans Light"/>
              </a:defRPr>
            </a:lvl8pPr>
            <a:lvl9pPr indent="0" lvl="8" marL="0" marR="0" algn="r">
              <a:spcBef>
                <a:spcPts val="0"/>
              </a:spcBef>
              <a:buNone/>
              <a:defRPr sz="900" cap="none">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ción 2" showMasterSp="0">
  <p:cSld name="Instrucción 2">
    <p:spTree>
      <p:nvGrpSpPr>
        <p:cNvPr id="510" name="Shape 510"/>
        <p:cNvGrpSpPr/>
        <p:nvPr/>
      </p:nvGrpSpPr>
      <p:grpSpPr>
        <a:xfrm>
          <a:off x="0" y="0"/>
          <a:ext cx="0" cy="0"/>
          <a:chOff x="0" y="0"/>
          <a:chExt cx="0" cy="0"/>
        </a:xfrm>
      </p:grpSpPr>
      <p:sp>
        <p:nvSpPr>
          <p:cNvPr id="511" name="Google Shape;511;p80"/>
          <p:cNvSpPr/>
          <p:nvPr/>
        </p:nvSpPr>
        <p:spPr>
          <a:xfrm>
            <a:off x="1"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512" name="Google Shape;512;p80"/>
          <p:cNvSpPr txBox="1"/>
          <p:nvPr>
            <p:ph type="title"/>
          </p:nvPr>
        </p:nvSpPr>
        <p:spPr>
          <a:xfrm>
            <a:off x="605431" y="-785191"/>
            <a:ext cx="10981200" cy="64020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3" name="Google Shape;513;p80"/>
          <p:cNvSpPr txBox="1"/>
          <p:nvPr>
            <p:ph idx="1" type="body"/>
          </p:nvPr>
        </p:nvSpPr>
        <p:spPr>
          <a:xfrm>
            <a:off x="337930" y="1649896"/>
            <a:ext cx="9666300" cy="4949700"/>
          </a:xfrm>
          <a:prstGeom prst="rect">
            <a:avLst/>
          </a:prstGeom>
          <a:noFill/>
          <a:ln>
            <a:noFill/>
          </a:ln>
        </p:spPr>
        <p:txBody>
          <a:bodyPr anchorCtr="0" anchor="b" bIns="45700" lIns="91425" spcFirstLastPara="1" rIns="91425" wrap="square" tIns="45700">
            <a:normAutofit/>
          </a:bodyPr>
          <a:lstStyle>
            <a:lvl1pPr indent="-228600" lvl="0" marL="457200" algn="l">
              <a:lnSpc>
                <a:spcPct val="80000"/>
              </a:lnSpc>
              <a:spcBef>
                <a:spcPts val="0"/>
              </a:spcBef>
              <a:spcAft>
                <a:spcPts val="0"/>
              </a:spcAft>
              <a:buClr>
                <a:srgbClr val="FACFBA"/>
              </a:buClr>
              <a:buSzPts val="7200"/>
              <a:buNone/>
              <a:defRPr sz="7200" cap="none">
                <a:solidFill>
                  <a:srgbClr val="FACFBA"/>
                </a:solidFill>
                <a:latin typeface="Oswald SemiBold"/>
                <a:ea typeface="Oswald SemiBold"/>
                <a:cs typeface="Oswald SemiBold"/>
                <a:sym typeface="Oswald SemiBold"/>
              </a:defRPr>
            </a:lvl1pPr>
            <a:lvl2pPr indent="-228600" lvl="1" marL="9144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2pPr>
            <a:lvl3pPr indent="-228600" lvl="2" marL="13716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3pPr>
            <a:lvl4pPr indent="-228600" lvl="3" marL="18288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4pPr>
            <a:lvl5pPr indent="-228600" lvl="4" marL="22860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14" name="Google Shape;514;p80"/>
          <p:cNvCxnSpPr/>
          <p:nvPr/>
        </p:nvCxnSpPr>
        <p:spPr>
          <a:xfrm rot="10800000">
            <a:off x="926154" y="729532"/>
            <a:ext cx="10326900" cy="0"/>
          </a:xfrm>
          <a:prstGeom prst="straightConnector1">
            <a:avLst/>
          </a:prstGeom>
          <a:noFill/>
          <a:ln cap="flat" cmpd="sng" w="12700">
            <a:solidFill>
              <a:schemeClr val="lt1">
                <a:alpha val="47060"/>
              </a:schemeClr>
            </a:solidFill>
            <a:prstDash val="solid"/>
            <a:miter lim="800000"/>
            <a:headEnd len="sm" w="sm" type="none"/>
            <a:tailEnd len="sm" w="sm" type="none"/>
          </a:ln>
        </p:spPr>
      </p:cxnSp>
      <p:sp>
        <p:nvSpPr>
          <p:cNvPr id="515" name="Google Shape;515;p80"/>
          <p:cNvSpPr txBox="1"/>
          <p:nvPr>
            <p:ph idx="11" type="ftr"/>
          </p:nvPr>
        </p:nvSpPr>
        <p:spPr>
          <a:xfrm>
            <a:off x="605431" y="501227"/>
            <a:ext cx="1907700" cy="365100"/>
          </a:xfrm>
          <a:prstGeom prst="rect">
            <a:avLst/>
          </a:prstGeom>
          <a:solidFill>
            <a:schemeClr val="accent2"/>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6" name="Google Shape;516;p80"/>
          <p:cNvSpPr txBox="1"/>
          <p:nvPr>
            <p:ph idx="10" type="dt"/>
          </p:nvPr>
        </p:nvSpPr>
        <p:spPr>
          <a:xfrm>
            <a:off x="9900458" y="544329"/>
            <a:ext cx="1256700" cy="365100"/>
          </a:xfrm>
          <a:prstGeom prst="rect">
            <a:avLst/>
          </a:prstGeom>
          <a:solidFill>
            <a:schemeClr val="accent2"/>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7" name="Google Shape;517;p80"/>
          <p:cNvSpPr txBox="1"/>
          <p:nvPr>
            <p:ph idx="12" type="sldNum"/>
          </p:nvPr>
        </p:nvSpPr>
        <p:spPr>
          <a:xfrm>
            <a:off x="11157195" y="544329"/>
            <a:ext cx="449700" cy="365100"/>
          </a:xfrm>
          <a:prstGeom prst="rect">
            <a:avLst/>
          </a:prstGeom>
          <a:solidFill>
            <a:schemeClr val="accent2"/>
          </a:solid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lt1"/>
                </a:solidFill>
                <a:latin typeface="Open Sans Light"/>
                <a:ea typeface="Open Sans Light"/>
                <a:cs typeface="Open Sans Light"/>
                <a:sym typeface="Open Sans Light"/>
              </a:defRPr>
            </a:lvl1pPr>
            <a:lvl2pPr indent="0" lvl="1" marL="0" marR="0" algn="r">
              <a:spcBef>
                <a:spcPts val="0"/>
              </a:spcBef>
              <a:buNone/>
              <a:defRPr sz="900" cap="none">
                <a:solidFill>
                  <a:schemeClr val="lt1"/>
                </a:solidFill>
                <a:latin typeface="Open Sans Light"/>
                <a:ea typeface="Open Sans Light"/>
                <a:cs typeface="Open Sans Light"/>
                <a:sym typeface="Open Sans Light"/>
              </a:defRPr>
            </a:lvl2pPr>
            <a:lvl3pPr indent="0" lvl="2" marL="0" marR="0" algn="r">
              <a:spcBef>
                <a:spcPts val="0"/>
              </a:spcBef>
              <a:buNone/>
              <a:defRPr sz="900" cap="none">
                <a:solidFill>
                  <a:schemeClr val="lt1"/>
                </a:solidFill>
                <a:latin typeface="Open Sans Light"/>
                <a:ea typeface="Open Sans Light"/>
                <a:cs typeface="Open Sans Light"/>
                <a:sym typeface="Open Sans Light"/>
              </a:defRPr>
            </a:lvl3pPr>
            <a:lvl4pPr indent="0" lvl="3" marL="0" marR="0" algn="r">
              <a:spcBef>
                <a:spcPts val="0"/>
              </a:spcBef>
              <a:buNone/>
              <a:defRPr sz="900" cap="none">
                <a:solidFill>
                  <a:schemeClr val="lt1"/>
                </a:solidFill>
                <a:latin typeface="Open Sans Light"/>
                <a:ea typeface="Open Sans Light"/>
                <a:cs typeface="Open Sans Light"/>
                <a:sym typeface="Open Sans Light"/>
              </a:defRPr>
            </a:lvl4pPr>
            <a:lvl5pPr indent="0" lvl="4" marL="0" marR="0" algn="r">
              <a:spcBef>
                <a:spcPts val="0"/>
              </a:spcBef>
              <a:buNone/>
              <a:defRPr sz="900" cap="none">
                <a:solidFill>
                  <a:schemeClr val="lt1"/>
                </a:solidFill>
                <a:latin typeface="Open Sans Light"/>
                <a:ea typeface="Open Sans Light"/>
                <a:cs typeface="Open Sans Light"/>
                <a:sym typeface="Open Sans Light"/>
              </a:defRPr>
            </a:lvl5pPr>
            <a:lvl6pPr indent="0" lvl="5" marL="0" marR="0" algn="r">
              <a:spcBef>
                <a:spcPts val="0"/>
              </a:spcBef>
              <a:buNone/>
              <a:defRPr sz="900" cap="none">
                <a:solidFill>
                  <a:schemeClr val="lt1"/>
                </a:solidFill>
                <a:latin typeface="Open Sans Light"/>
                <a:ea typeface="Open Sans Light"/>
                <a:cs typeface="Open Sans Light"/>
                <a:sym typeface="Open Sans Light"/>
              </a:defRPr>
            </a:lvl6pPr>
            <a:lvl7pPr indent="0" lvl="6" marL="0" marR="0" algn="r">
              <a:spcBef>
                <a:spcPts val="0"/>
              </a:spcBef>
              <a:buNone/>
              <a:defRPr sz="900" cap="none">
                <a:solidFill>
                  <a:schemeClr val="lt1"/>
                </a:solidFill>
                <a:latin typeface="Open Sans Light"/>
                <a:ea typeface="Open Sans Light"/>
                <a:cs typeface="Open Sans Light"/>
                <a:sym typeface="Open Sans Light"/>
              </a:defRPr>
            </a:lvl7pPr>
            <a:lvl8pPr indent="0" lvl="7" marL="0" marR="0" algn="r">
              <a:spcBef>
                <a:spcPts val="0"/>
              </a:spcBef>
              <a:buNone/>
              <a:defRPr sz="900" cap="none">
                <a:solidFill>
                  <a:schemeClr val="lt1"/>
                </a:solidFill>
                <a:latin typeface="Open Sans Light"/>
                <a:ea typeface="Open Sans Light"/>
                <a:cs typeface="Open Sans Light"/>
                <a:sym typeface="Open Sans Light"/>
              </a:defRPr>
            </a:lvl8pPr>
            <a:lvl9pPr indent="0" lvl="8" marL="0" marR="0" algn="r">
              <a:spcBef>
                <a:spcPts val="0"/>
              </a:spcBef>
              <a:buNone/>
              <a:defRPr sz="900" cap="none">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ción 3" showMasterSp="0">
  <p:cSld name="Instrucción 3">
    <p:spTree>
      <p:nvGrpSpPr>
        <p:cNvPr id="518" name="Shape 518"/>
        <p:cNvGrpSpPr/>
        <p:nvPr/>
      </p:nvGrpSpPr>
      <p:grpSpPr>
        <a:xfrm>
          <a:off x="0" y="0"/>
          <a:ext cx="0" cy="0"/>
          <a:chOff x="0" y="0"/>
          <a:chExt cx="0" cy="0"/>
        </a:xfrm>
      </p:grpSpPr>
      <p:sp>
        <p:nvSpPr>
          <p:cNvPr id="519" name="Google Shape;519;p81"/>
          <p:cNvSpPr/>
          <p:nvPr/>
        </p:nvSpPr>
        <p:spPr>
          <a:xfrm>
            <a:off x="1"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520" name="Google Shape;520;p81"/>
          <p:cNvSpPr txBox="1"/>
          <p:nvPr>
            <p:ph type="title"/>
          </p:nvPr>
        </p:nvSpPr>
        <p:spPr>
          <a:xfrm>
            <a:off x="605431" y="-785191"/>
            <a:ext cx="10981200" cy="64020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1" name="Google Shape;521;p81"/>
          <p:cNvSpPr txBox="1"/>
          <p:nvPr>
            <p:ph idx="1" type="body"/>
          </p:nvPr>
        </p:nvSpPr>
        <p:spPr>
          <a:xfrm>
            <a:off x="337930" y="441641"/>
            <a:ext cx="9796800" cy="4359000"/>
          </a:xfrm>
          <a:prstGeom prst="rect">
            <a:avLst/>
          </a:prstGeom>
          <a:noFill/>
          <a:ln>
            <a:noFill/>
          </a:ln>
        </p:spPr>
        <p:txBody>
          <a:bodyPr anchorCtr="0" anchor="t" bIns="45700" lIns="91425" spcFirstLastPara="1" rIns="91425" wrap="square" tIns="45700">
            <a:normAutofit/>
          </a:bodyPr>
          <a:lstStyle>
            <a:lvl1pPr indent="-228600" lvl="0" marL="457200" algn="l">
              <a:lnSpc>
                <a:spcPct val="80000"/>
              </a:lnSpc>
              <a:spcBef>
                <a:spcPts val="0"/>
              </a:spcBef>
              <a:spcAft>
                <a:spcPts val="0"/>
              </a:spcAft>
              <a:buClr>
                <a:schemeClr val="accent2"/>
              </a:buClr>
              <a:buSzPts val="7200"/>
              <a:buNone/>
              <a:defRPr sz="7200" cap="none">
                <a:solidFill>
                  <a:schemeClr val="accent2"/>
                </a:solidFill>
                <a:latin typeface="Oswald SemiBold"/>
                <a:ea typeface="Oswald SemiBold"/>
                <a:cs typeface="Oswald SemiBold"/>
                <a:sym typeface="Oswald SemiBold"/>
              </a:defRPr>
            </a:lvl1pPr>
            <a:lvl2pPr indent="-228600" lvl="1" marL="9144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2pPr>
            <a:lvl3pPr indent="-228600" lvl="2" marL="13716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3pPr>
            <a:lvl4pPr indent="-228600" lvl="3" marL="18288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4pPr>
            <a:lvl5pPr indent="-228600" lvl="4" marL="22860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22" name="Google Shape;522;p81"/>
          <p:cNvCxnSpPr/>
          <p:nvPr/>
        </p:nvCxnSpPr>
        <p:spPr>
          <a:xfrm rot="10800000">
            <a:off x="926154" y="6172200"/>
            <a:ext cx="10326900" cy="0"/>
          </a:xfrm>
          <a:prstGeom prst="straightConnector1">
            <a:avLst/>
          </a:prstGeom>
          <a:noFill/>
          <a:ln cap="flat" cmpd="sng" w="12700">
            <a:solidFill>
              <a:schemeClr val="dk2">
                <a:alpha val="47060"/>
              </a:schemeClr>
            </a:solidFill>
            <a:prstDash val="solid"/>
            <a:miter lim="800000"/>
            <a:headEnd len="sm" w="sm" type="none"/>
            <a:tailEnd len="sm" w="sm" type="none"/>
          </a:ln>
        </p:spPr>
      </p:cxnSp>
      <p:sp>
        <p:nvSpPr>
          <p:cNvPr id="523" name="Google Shape;523;p81"/>
          <p:cNvSpPr txBox="1"/>
          <p:nvPr>
            <p:ph idx="11" type="ftr"/>
          </p:nvPr>
        </p:nvSpPr>
        <p:spPr>
          <a:xfrm>
            <a:off x="605431" y="6029270"/>
            <a:ext cx="1907700" cy="365100"/>
          </a:xfrm>
          <a:prstGeom prst="rect">
            <a:avLst/>
          </a:prstGeom>
          <a:solidFill>
            <a:schemeClr val="lt2"/>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4" name="Google Shape;524;p81"/>
          <p:cNvSpPr txBox="1"/>
          <p:nvPr>
            <p:ph idx="10" type="dt"/>
          </p:nvPr>
        </p:nvSpPr>
        <p:spPr>
          <a:xfrm>
            <a:off x="10134599" y="6029271"/>
            <a:ext cx="1098000" cy="365100"/>
          </a:xfrm>
          <a:prstGeom prst="rect">
            <a:avLst/>
          </a:prstGeom>
          <a:solidFill>
            <a:schemeClr val="lt2"/>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5" name="Google Shape;525;p81"/>
          <p:cNvSpPr txBox="1"/>
          <p:nvPr>
            <p:ph idx="12" type="sldNum"/>
          </p:nvPr>
        </p:nvSpPr>
        <p:spPr>
          <a:xfrm>
            <a:off x="11232741" y="6029271"/>
            <a:ext cx="429300" cy="365100"/>
          </a:xfrm>
          <a:prstGeom prst="rect">
            <a:avLst/>
          </a:prstGeom>
          <a:solidFill>
            <a:schemeClr val="lt2"/>
          </a:solid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dk2"/>
                </a:solidFill>
                <a:latin typeface="Open Sans Light"/>
                <a:ea typeface="Open Sans Light"/>
                <a:cs typeface="Open Sans Light"/>
                <a:sym typeface="Open Sans Light"/>
              </a:defRPr>
            </a:lvl1pPr>
            <a:lvl2pPr indent="0" lvl="1" marL="0" marR="0" algn="r">
              <a:spcBef>
                <a:spcPts val="0"/>
              </a:spcBef>
              <a:buNone/>
              <a:defRPr sz="900" cap="none">
                <a:solidFill>
                  <a:schemeClr val="dk2"/>
                </a:solidFill>
                <a:latin typeface="Open Sans Light"/>
                <a:ea typeface="Open Sans Light"/>
                <a:cs typeface="Open Sans Light"/>
                <a:sym typeface="Open Sans Light"/>
              </a:defRPr>
            </a:lvl2pPr>
            <a:lvl3pPr indent="0" lvl="2" marL="0" marR="0" algn="r">
              <a:spcBef>
                <a:spcPts val="0"/>
              </a:spcBef>
              <a:buNone/>
              <a:defRPr sz="900" cap="none">
                <a:solidFill>
                  <a:schemeClr val="dk2"/>
                </a:solidFill>
                <a:latin typeface="Open Sans Light"/>
                <a:ea typeface="Open Sans Light"/>
                <a:cs typeface="Open Sans Light"/>
                <a:sym typeface="Open Sans Light"/>
              </a:defRPr>
            </a:lvl3pPr>
            <a:lvl4pPr indent="0" lvl="3" marL="0" marR="0" algn="r">
              <a:spcBef>
                <a:spcPts val="0"/>
              </a:spcBef>
              <a:buNone/>
              <a:defRPr sz="900" cap="none">
                <a:solidFill>
                  <a:schemeClr val="dk2"/>
                </a:solidFill>
                <a:latin typeface="Open Sans Light"/>
                <a:ea typeface="Open Sans Light"/>
                <a:cs typeface="Open Sans Light"/>
                <a:sym typeface="Open Sans Light"/>
              </a:defRPr>
            </a:lvl4pPr>
            <a:lvl5pPr indent="0" lvl="4" marL="0" marR="0" algn="r">
              <a:spcBef>
                <a:spcPts val="0"/>
              </a:spcBef>
              <a:buNone/>
              <a:defRPr sz="900" cap="none">
                <a:solidFill>
                  <a:schemeClr val="dk2"/>
                </a:solidFill>
                <a:latin typeface="Open Sans Light"/>
                <a:ea typeface="Open Sans Light"/>
                <a:cs typeface="Open Sans Light"/>
                <a:sym typeface="Open Sans Light"/>
              </a:defRPr>
            </a:lvl5pPr>
            <a:lvl6pPr indent="0" lvl="5" marL="0" marR="0" algn="r">
              <a:spcBef>
                <a:spcPts val="0"/>
              </a:spcBef>
              <a:buNone/>
              <a:defRPr sz="900" cap="none">
                <a:solidFill>
                  <a:schemeClr val="dk2"/>
                </a:solidFill>
                <a:latin typeface="Open Sans Light"/>
                <a:ea typeface="Open Sans Light"/>
                <a:cs typeface="Open Sans Light"/>
                <a:sym typeface="Open Sans Light"/>
              </a:defRPr>
            </a:lvl6pPr>
            <a:lvl7pPr indent="0" lvl="6" marL="0" marR="0" algn="r">
              <a:spcBef>
                <a:spcPts val="0"/>
              </a:spcBef>
              <a:buNone/>
              <a:defRPr sz="900" cap="none">
                <a:solidFill>
                  <a:schemeClr val="dk2"/>
                </a:solidFill>
                <a:latin typeface="Open Sans Light"/>
                <a:ea typeface="Open Sans Light"/>
                <a:cs typeface="Open Sans Light"/>
                <a:sym typeface="Open Sans Light"/>
              </a:defRPr>
            </a:lvl7pPr>
            <a:lvl8pPr indent="0" lvl="7" marL="0" marR="0" algn="r">
              <a:spcBef>
                <a:spcPts val="0"/>
              </a:spcBef>
              <a:buNone/>
              <a:defRPr sz="900" cap="none">
                <a:solidFill>
                  <a:schemeClr val="dk2"/>
                </a:solidFill>
                <a:latin typeface="Open Sans Light"/>
                <a:ea typeface="Open Sans Light"/>
                <a:cs typeface="Open Sans Light"/>
                <a:sym typeface="Open Sans Light"/>
              </a:defRPr>
            </a:lvl8pPr>
            <a:lvl9pPr indent="0" lvl="8" marL="0" marR="0" algn="r">
              <a:spcBef>
                <a:spcPts val="0"/>
              </a:spcBef>
              <a:buNone/>
              <a:defRPr sz="900" cap="none">
                <a:solidFill>
                  <a:schemeClr val="dk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ción 4" showMasterSp="0">
  <p:cSld name="Instrucción 4">
    <p:spTree>
      <p:nvGrpSpPr>
        <p:cNvPr id="526" name="Shape 526"/>
        <p:cNvGrpSpPr/>
        <p:nvPr/>
      </p:nvGrpSpPr>
      <p:grpSpPr>
        <a:xfrm>
          <a:off x="0" y="0"/>
          <a:ext cx="0" cy="0"/>
          <a:chOff x="0" y="0"/>
          <a:chExt cx="0" cy="0"/>
        </a:xfrm>
      </p:grpSpPr>
      <p:sp>
        <p:nvSpPr>
          <p:cNvPr id="527" name="Google Shape;527;p82"/>
          <p:cNvSpPr/>
          <p:nvPr/>
        </p:nvSpPr>
        <p:spPr>
          <a:xfrm>
            <a:off x="1"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528" name="Google Shape;528;p82"/>
          <p:cNvSpPr txBox="1"/>
          <p:nvPr>
            <p:ph type="title"/>
          </p:nvPr>
        </p:nvSpPr>
        <p:spPr>
          <a:xfrm>
            <a:off x="605431" y="-785191"/>
            <a:ext cx="10981200" cy="64020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9" name="Google Shape;529;p82"/>
          <p:cNvSpPr txBox="1"/>
          <p:nvPr>
            <p:ph idx="1" type="body"/>
          </p:nvPr>
        </p:nvSpPr>
        <p:spPr>
          <a:xfrm>
            <a:off x="337930" y="441641"/>
            <a:ext cx="9796800" cy="4359000"/>
          </a:xfrm>
          <a:prstGeom prst="rect">
            <a:avLst/>
          </a:prstGeom>
          <a:noFill/>
          <a:ln>
            <a:noFill/>
          </a:ln>
        </p:spPr>
        <p:txBody>
          <a:bodyPr anchorCtr="0" anchor="t" bIns="45700" lIns="91425" spcFirstLastPara="1" rIns="91425" wrap="square" tIns="45700">
            <a:normAutofit/>
          </a:bodyPr>
          <a:lstStyle>
            <a:lvl1pPr indent="-228600" lvl="0" marL="457200" algn="l">
              <a:lnSpc>
                <a:spcPct val="80000"/>
              </a:lnSpc>
              <a:spcBef>
                <a:spcPts val="0"/>
              </a:spcBef>
              <a:spcAft>
                <a:spcPts val="0"/>
              </a:spcAft>
              <a:buClr>
                <a:schemeClr val="accent3"/>
              </a:buClr>
              <a:buSzPts val="7200"/>
              <a:buNone/>
              <a:defRPr sz="7200" cap="none">
                <a:solidFill>
                  <a:schemeClr val="accent3"/>
                </a:solidFill>
                <a:latin typeface="Oswald SemiBold"/>
                <a:ea typeface="Oswald SemiBold"/>
                <a:cs typeface="Oswald SemiBold"/>
                <a:sym typeface="Oswald SemiBold"/>
              </a:defRPr>
            </a:lvl1pPr>
            <a:lvl2pPr indent="-228600" lvl="1" marL="9144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2pPr>
            <a:lvl3pPr indent="-228600" lvl="2" marL="13716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3pPr>
            <a:lvl4pPr indent="-228600" lvl="3" marL="18288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4pPr>
            <a:lvl5pPr indent="-228600" lvl="4" marL="22860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30" name="Google Shape;530;p82"/>
          <p:cNvCxnSpPr/>
          <p:nvPr/>
        </p:nvCxnSpPr>
        <p:spPr>
          <a:xfrm rot="10800000">
            <a:off x="926154" y="6172200"/>
            <a:ext cx="10326900" cy="0"/>
          </a:xfrm>
          <a:prstGeom prst="straightConnector1">
            <a:avLst/>
          </a:prstGeom>
          <a:noFill/>
          <a:ln cap="flat" cmpd="sng" w="12700">
            <a:solidFill>
              <a:schemeClr val="dk2">
                <a:alpha val="47060"/>
              </a:schemeClr>
            </a:solidFill>
            <a:prstDash val="solid"/>
            <a:miter lim="800000"/>
            <a:headEnd len="sm" w="sm" type="none"/>
            <a:tailEnd len="sm" w="sm" type="none"/>
          </a:ln>
        </p:spPr>
      </p:cxnSp>
      <p:sp>
        <p:nvSpPr>
          <p:cNvPr id="531" name="Google Shape;531;p82"/>
          <p:cNvSpPr txBox="1"/>
          <p:nvPr>
            <p:ph idx="11" type="ftr"/>
          </p:nvPr>
        </p:nvSpPr>
        <p:spPr>
          <a:xfrm>
            <a:off x="605431" y="6029270"/>
            <a:ext cx="1907700" cy="365100"/>
          </a:xfrm>
          <a:prstGeom prst="rect">
            <a:avLst/>
          </a:prstGeom>
          <a:solidFill>
            <a:schemeClr val="lt2"/>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2" name="Google Shape;532;p82"/>
          <p:cNvSpPr txBox="1"/>
          <p:nvPr>
            <p:ph idx="10" type="dt"/>
          </p:nvPr>
        </p:nvSpPr>
        <p:spPr>
          <a:xfrm>
            <a:off x="10134599" y="6029271"/>
            <a:ext cx="1098000" cy="365100"/>
          </a:xfrm>
          <a:prstGeom prst="rect">
            <a:avLst/>
          </a:prstGeom>
          <a:solidFill>
            <a:schemeClr val="lt2"/>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3" name="Google Shape;533;p82"/>
          <p:cNvSpPr txBox="1"/>
          <p:nvPr>
            <p:ph idx="12" type="sldNum"/>
          </p:nvPr>
        </p:nvSpPr>
        <p:spPr>
          <a:xfrm>
            <a:off x="11232741" y="6029271"/>
            <a:ext cx="429300" cy="365100"/>
          </a:xfrm>
          <a:prstGeom prst="rect">
            <a:avLst/>
          </a:prstGeom>
          <a:solidFill>
            <a:schemeClr val="lt2"/>
          </a:solid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dk2"/>
                </a:solidFill>
                <a:latin typeface="Open Sans Light"/>
                <a:ea typeface="Open Sans Light"/>
                <a:cs typeface="Open Sans Light"/>
                <a:sym typeface="Open Sans Light"/>
              </a:defRPr>
            </a:lvl1pPr>
            <a:lvl2pPr indent="0" lvl="1" marL="0" marR="0" algn="r">
              <a:spcBef>
                <a:spcPts val="0"/>
              </a:spcBef>
              <a:buNone/>
              <a:defRPr sz="900" cap="none">
                <a:solidFill>
                  <a:schemeClr val="dk2"/>
                </a:solidFill>
                <a:latin typeface="Open Sans Light"/>
                <a:ea typeface="Open Sans Light"/>
                <a:cs typeface="Open Sans Light"/>
                <a:sym typeface="Open Sans Light"/>
              </a:defRPr>
            </a:lvl2pPr>
            <a:lvl3pPr indent="0" lvl="2" marL="0" marR="0" algn="r">
              <a:spcBef>
                <a:spcPts val="0"/>
              </a:spcBef>
              <a:buNone/>
              <a:defRPr sz="900" cap="none">
                <a:solidFill>
                  <a:schemeClr val="dk2"/>
                </a:solidFill>
                <a:latin typeface="Open Sans Light"/>
                <a:ea typeface="Open Sans Light"/>
                <a:cs typeface="Open Sans Light"/>
                <a:sym typeface="Open Sans Light"/>
              </a:defRPr>
            </a:lvl3pPr>
            <a:lvl4pPr indent="0" lvl="3" marL="0" marR="0" algn="r">
              <a:spcBef>
                <a:spcPts val="0"/>
              </a:spcBef>
              <a:buNone/>
              <a:defRPr sz="900" cap="none">
                <a:solidFill>
                  <a:schemeClr val="dk2"/>
                </a:solidFill>
                <a:latin typeface="Open Sans Light"/>
                <a:ea typeface="Open Sans Light"/>
                <a:cs typeface="Open Sans Light"/>
                <a:sym typeface="Open Sans Light"/>
              </a:defRPr>
            </a:lvl4pPr>
            <a:lvl5pPr indent="0" lvl="4" marL="0" marR="0" algn="r">
              <a:spcBef>
                <a:spcPts val="0"/>
              </a:spcBef>
              <a:buNone/>
              <a:defRPr sz="900" cap="none">
                <a:solidFill>
                  <a:schemeClr val="dk2"/>
                </a:solidFill>
                <a:latin typeface="Open Sans Light"/>
                <a:ea typeface="Open Sans Light"/>
                <a:cs typeface="Open Sans Light"/>
                <a:sym typeface="Open Sans Light"/>
              </a:defRPr>
            </a:lvl5pPr>
            <a:lvl6pPr indent="0" lvl="5" marL="0" marR="0" algn="r">
              <a:spcBef>
                <a:spcPts val="0"/>
              </a:spcBef>
              <a:buNone/>
              <a:defRPr sz="900" cap="none">
                <a:solidFill>
                  <a:schemeClr val="dk2"/>
                </a:solidFill>
                <a:latin typeface="Open Sans Light"/>
                <a:ea typeface="Open Sans Light"/>
                <a:cs typeface="Open Sans Light"/>
                <a:sym typeface="Open Sans Light"/>
              </a:defRPr>
            </a:lvl6pPr>
            <a:lvl7pPr indent="0" lvl="6" marL="0" marR="0" algn="r">
              <a:spcBef>
                <a:spcPts val="0"/>
              </a:spcBef>
              <a:buNone/>
              <a:defRPr sz="900" cap="none">
                <a:solidFill>
                  <a:schemeClr val="dk2"/>
                </a:solidFill>
                <a:latin typeface="Open Sans Light"/>
                <a:ea typeface="Open Sans Light"/>
                <a:cs typeface="Open Sans Light"/>
                <a:sym typeface="Open Sans Light"/>
              </a:defRPr>
            </a:lvl7pPr>
            <a:lvl8pPr indent="0" lvl="7" marL="0" marR="0" algn="r">
              <a:spcBef>
                <a:spcPts val="0"/>
              </a:spcBef>
              <a:buNone/>
              <a:defRPr sz="900" cap="none">
                <a:solidFill>
                  <a:schemeClr val="dk2"/>
                </a:solidFill>
                <a:latin typeface="Open Sans Light"/>
                <a:ea typeface="Open Sans Light"/>
                <a:cs typeface="Open Sans Light"/>
                <a:sym typeface="Open Sans Light"/>
              </a:defRPr>
            </a:lvl8pPr>
            <a:lvl9pPr indent="0" lvl="8" marL="0" marR="0" algn="r">
              <a:spcBef>
                <a:spcPts val="0"/>
              </a:spcBef>
              <a:buNone/>
              <a:defRPr sz="900" cap="none">
                <a:solidFill>
                  <a:schemeClr val="dk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ción 5" showMasterSp="0">
  <p:cSld name="Instrucción 5">
    <p:spTree>
      <p:nvGrpSpPr>
        <p:cNvPr id="534" name="Shape 534"/>
        <p:cNvGrpSpPr/>
        <p:nvPr/>
      </p:nvGrpSpPr>
      <p:grpSpPr>
        <a:xfrm>
          <a:off x="0" y="0"/>
          <a:ext cx="0" cy="0"/>
          <a:chOff x="0" y="0"/>
          <a:chExt cx="0" cy="0"/>
        </a:xfrm>
      </p:grpSpPr>
      <p:sp>
        <p:nvSpPr>
          <p:cNvPr id="535" name="Google Shape;535;p83"/>
          <p:cNvSpPr/>
          <p:nvPr/>
        </p:nvSpPr>
        <p:spPr>
          <a:xfrm>
            <a:off x="1" y="0"/>
            <a:ext cx="12192000" cy="6858000"/>
          </a:xfrm>
          <a:prstGeom prst="rect">
            <a:avLst/>
          </a:prstGeom>
          <a:solidFill>
            <a:srgbClr val="C4CA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536" name="Google Shape;536;p83"/>
          <p:cNvSpPr txBox="1"/>
          <p:nvPr>
            <p:ph type="title"/>
          </p:nvPr>
        </p:nvSpPr>
        <p:spPr>
          <a:xfrm>
            <a:off x="605431" y="-785191"/>
            <a:ext cx="10981200" cy="64020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7" name="Google Shape;537;p83"/>
          <p:cNvSpPr txBox="1"/>
          <p:nvPr>
            <p:ph idx="1" type="body"/>
          </p:nvPr>
        </p:nvSpPr>
        <p:spPr>
          <a:xfrm>
            <a:off x="337930" y="441641"/>
            <a:ext cx="9796800" cy="4359000"/>
          </a:xfrm>
          <a:prstGeom prst="rect">
            <a:avLst/>
          </a:prstGeom>
          <a:noFill/>
          <a:ln>
            <a:noFill/>
          </a:ln>
        </p:spPr>
        <p:txBody>
          <a:bodyPr anchorCtr="0" anchor="t" bIns="45700" lIns="91425" spcFirstLastPara="1" rIns="91425" wrap="square" tIns="45700">
            <a:normAutofit/>
          </a:bodyPr>
          <a:lstStyle>
            <a:lvl1pPr indent="-228600" lvl="0" marL="457200" algn="l">
              <a:lnSpc>
                <a:spcPct val="80000"/>
              </a:lnSpc>
              <a:spcBef>
                <a:spcPts val="0"/>
              </a:spcBef>
              <a:spcAft>
                <a:spcPts val="0"/>
              </a:spcAft>
              <a:buClr>
                <a:schemeClr val="accent5"/>
              </a:buClr>
              <a:buSzPts val="7200"/>
              <a:buNone/>
              <a:defRPr sz="7200" cap="none">
                <a:solidFill>
                  <a:schemeClr val="accent5"/>
                </a:solidFill>
                <a:latin typeface="Oswald SemiBold"/>
                <a:ea typeface="Oswald SemiBold"/>
                <a:cs typeface="Oswald SemiBold"/>
                <a:sym typeface="Oswald SemiBold"/>
              </a:defRPr>
            </a:lvl1pPr>
            <a:lvl2pPr indent="-228600" lvl="1" marL="9144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2pPr>
            <a:lvl3pPr indent="-228600" lvl="2" marL="1371600" algn="l">
              <a:lnSpc>
                <a:spcPct val="80000"/>
              </a:lnSpc>
              <a:spcBef>
                <a:spcPts val="500"/>
              </a:spcBef>
              <a:spcAft>
                <a:spcPts val="0"/>
              </a:spcAft>
              <a:buClr>
                <a:schemeClr val="lt1"/>
              </a:buClr>
              <a:buSzPts val="7200"/>
              <a:buNone/>
              <a:defRPr sz="7200" cap="none">
                <a:solidFill>
                  <a:schemeClr val="lt1"/>
                </a:solidFill>
                <a:latin typeface="Oswald SemiBold"/>
                <a:ea typeface="Oswald SemiBold"/>
                <a:cs typeface="Oswald SemiBold"/>
                <a:sym typeface="Oswald SemiBold"/>
              </a:defRPr>
            </a:lvl3pPr>
            <a:lvl4pPr indent="-228600" lvl="3" marL="18288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4pPr>
            <a:lvl5pPr indent="-228600" lvl="4" marL="2286000" algn="l">
              <a:lnSpc>
                <a:spcPct val="80000"/>
              </a:lnSpc>
              <a:spcBef>
                <a:spcPts val="500"/>
              </a:spcBef>
              <a:spcAft>
                <a:spcPts val="0"/>
              </a:spcAft>
              <a:buClr>
                <a:schemeClr val="lt1"/>
              </a:buClr>
              <a:buSzPts val="6600"/>
              <a:buNone/>
              <a:defRPr sz="6600" cap="none">
                <a:solidFill>
                  <a:schemeClr val="lt1"/>
                </a:solidFill>
                <a:latin typeface="Oswald SemiBold"/>
                <a:ea typeface="Oswald SemiBold"/>
                <a:cs typeface="Oswald SemiBold"/>
                <a:sym typeface="Oswald SemiBold"/>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38" name="Google Shape;538;p83"/>
          <p:cNvCxnSpPr/>
          <p:nvPr/>
        </p:nvCxnSpPr>
        <p:spPr>
          <a:xfrm rot="10800000">
            <a:off x="926154" y="6172200"/>
            <a:ext cx="10326900" cy="0"/>
          </a:xfrm>
          <a:prstGeom prst="straightConnector1">
            <a:avLst/>
          </a:prstGeom>
          <a:noFill/>
          <a:ln cap="flat" cmpd="sng" w="12700">
            <a:solidFill>
              <a:schemeClr val="dk2">
                <a:alpha val="47060"/>
              </a:schemeClr>
            </a:solidFill>
            <a:prstDash val="solid"/>
            <a:miter lim="800000"/>
            <a:headEnd len="sm" w="sm" type="none"/>
            <a:tailEnd len="sm" w="sm" type="none"/>
          </a:ln>
        </p:spPr>
      </p:cxnSp>
      <p:sp>
        <p:nvSpPr>
          <p:cNvPr id="539" name="Google Shape;539;p83"/>
          <p:cNvSpPr txBox="1"/>
          <p:nvPr>
            <p:ph idx="11" type="ftr"/>
          </p:nvPr>
        </p:nvSpPr>
        <p:spPr>
          <a:xfrm>
            <a:off x="605431" y="6029270"/>
            <a:ext cx="1907700" cy="365100"/>
          </a:xfrm>
          <a:prstGeom prst="rect">
            <a:avLst/>
          </a:prstGeom>
          <a:solidFill>
            <a:srgbClr val="C4CAC0"/>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0" name="Google Shape;540;p83"/>
          <p:cNvSpPr txBox="1"/>
          <p:nvPr>
            <p:ph idx="10" type="dt"/>
          </p:nvPr>
        </p:nvSpPr>
        <p:spPr>
          <a:xfrm>
            <a:off x="10134599" y="6029271"/>
            <a:ext cx="1098000" cy="365100"/>
          </a:xfrm>
          <a:prstGeom prst="rect">
            <a:avLst/>
          </a:prstGeom>
          <a:solidFill>
            <a:srgbClr val="C4CAC0"/>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1" name="Google Shape;541;p83"/>
          <p:cNvSpPr txBox="1"/>
          <p:nvPr>
            <p:ph idx="12" type="sldNum"/>
          </p:nvPr>
        </p:nvSpPr>
        <p:spPr>
          <a:xfrm>
            <a:off x="11232741" y="6029271"/>
            <a:ext cx="429300" cy="365100"/>
          </a:xfrm>
          <a:prstGeom prst="rect">
            <a:avLst/>
          </a:prstGeom>
          <a:solidFill>
            <a:srgbClr val="C4CAC0"/>
          </a:solid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dk2"/>
                </a:solidFill>
                <a:latin typeface="Open Sans Light"/>
                <a:ea typeface="Open Sans Light"/>
                <a:cs typeface="Open Sans Light"/>
                <a:sym typeface="Open Sans Light"/>
              </a:defRPr>
            </a:lvl1pPr>
            <a:lvl2pPr indent="0" lvl="1" marL="0" marR="0" algn="r">
              <a:spcBef>
                <a:spcPts val="0"/>
              </a:spcBef>
              <a:buNone/>
              <a:defRPr sz="900" cap="none">
                <a:solidFill>
                  <a:schemeClr val="dk2"/>
                </a:solidFill>
                <a:latin typeface="Open Sans Light"/>
                <a:ea typeface="Open Sans Light"/>
                <a:cs typeface="Open Sans Light"/>
                <a:sym typeface="Open Sans Light"/>
              </a:defRPr>
            </a:lvl2pPr>
            <a:lvl3pPr indent="0" lvl="2" marL="0" marR="0" algn="r">
              <a:spcBef>
                <a:spcPts val="0"/>
              </a:spcBef>
              <a:buNone/>
              <a:defRPr sz="900" cap="none">
                <a:solidFill>
                  <a:schemeClr val="dk2"/>
                </a:solidFill>
                <a:latin typeface="Open Sans Light"/>
                <a:ea typeface="Open Sans Light"/>
                <a:cs typeface="Open Sans Light"/>
                <a:sym typeface="Open Sans Light"/>
              </a:defRPr>
            </a:lvl3pPr>
            <a:lvl4pPr indent="0" lvl="3" marL="0" marR="0" algn="r">
              <a:spcBef>
                <a:spcPts val="0"/>
              </a:spcBef>
              <a:buNone/>
              <a:defRPr sz="900" cap="none">
                <a:solidFill>
                  <a:schemeClr val="dk2"/>
                </a:solidFill>
                <a:latin typeface="Open Sans Light"/>
                <a:ea typeface="Open Sans Light"/>
                <a:cs typeface="Open Sans Light"/>
                <a:sym typeface="Open Sans Light"/>
              </a:defRPr>
            </a:lvl4pPr>
            <a:lvl5pPr indent="0" lvl="4" marL="0" marR="0" algn="r">
              <a:spcBef>
                <a:spcPts val="0"/>
              </a:spcBef>
              <a:buNone/>
              <a:defRPr sz="900" cap="none">
                <a:solidFill>
                  <a:schemeClr val="dk2"/>
                </a:solidFill>
                <a:latin typeface="Open Sans Light"/>
                <a:ea typeface="Open Sans Light"/>
                <a:cs typeface="Open Sans Light"/>
                <a:sym typeface="Open Sans Light"/>
              </a:defRPr>
            </a:lvl5pPr>
            <a:lvl6pPr indent="0" lvl="5" marL="0" marR="0" algn="r">
              <a:spcBef>
                <a:spcPts val="0"/>
              </a:spcBef>
              <a:buNone/>
              <a:defRPr sz="900" cap="none">
                <a:solidFill>
                  <a:schemeClr val="dk2"/>
                </a:solidFill>
                <a:latin typeface="Open Sans Light"/>
                <a:ea typeface="Open Sans Light"/>
                <a:cs typeface="Open Sans Light"/>
                <a:sym typeface="Open Sans Light"/>
              </a:defRPr>
            </a:lvl6pPr>
            <a:lvl7pPr indent="0" lvl="6" marL="0" marR="0" algn="r">
              <a:spcBef>
                <a:spcPts val="0"/>
              </a:spcBef>
              <a:buNone/>
              <a:defRPr sz="900" cap="none">
                <a:solidFill>
                  <a:schemeClr val="dk2"/>
                </a:solidFill>
                <a:latin typeface="Open Sans Light"/>
                <a:ea typeface="Open Sans Light"/>
                <a:cs typeface="Open Sans Light"/>
                <a:sym typeface="Open Sans Light"/>
              </a:defRPr>
            </a:lvl7pPr>
            <a:lvl8pPr indent="0" lvl="7" marL="0" marR="0" algn="r">
              <a:spcBef>
                <a:spcPts val="0"/>
              </a:spcBef>
              <a:buNone/>
              <a:defRPr sz="900" cap="none">
                <a:solidFill>
                  <a:schemeClr val="dk2"/>
                </a:solidFill>
                <a:latin typeface="Open Sans Light"/>
                <a:ea typeface="Open Sans Light"/>
                <a:cs typeface="Open Sans Light"/>
                <a:sym typeface="Open Sans Light"/>
              </a:defRPr>
            </a:lvl8pPr>
            <a:lvl9pPr indent="0" lvl="8" marL="0" marR="0" algn="r">
              <a:spcBef>
                <a:spcPts val="0"/>
              </a:spcBef>
              <a:buNone/>
              <a:defRPr sz="900" cap="none">
                <a:solidFill>
                  <a:schemeClr val="dk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showMasterSp="0">
  <p:cSld name="Cita">
    <p:spTree>
      <p:nvGrpSpPr>
        <p:cNvPr id="542" name="Shape 542"/>
        <p:cNvGrpSpPr/>
        <p:nvPr/>
      </p:nvGrpSpPr>
      <p:grpSpPr>
        <a:xfrm>
          <a:off x="0" y="0"/>
          <a:ext cx="0" cy="0"/>
          <a:chOff x="0" y="0"/>
          <a:chExt cx="0" cy="0"/>
        </a:xfrm>
      </p:grpSpPr>
      <p:sp>
        <p:nvSpPr>
          <p:cNvPr id="543" name="Google Shape;543;p84"/>
          <p:cNvSpPr/>
          <p:nvPr/>
        </p:nvSpPr>
        <p:spPr>
          <a:xfrm>
            <a:off x="0" y="0"/>
            <a:ext cx="12192000" cy="6858000"/>
          </a:xfrm>
          <a:prstGeom prst="rect">
            <a:avLst/>
          </a:prstGeom>
          <a:solidFill>
            <a:srgbClr val="C4C6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544" name="Google Shape;544;p84"/>
          <p:cNvSpPr/>
          <p:nvPr/>
        </p:nvSpPr>
        <p:spPr>
          <a:xfrm>
            <a:off x="1" y="2"/>
            <a:ext cx="8763000" cy="5038200"/>
          </a:xfrm>
          <a:prstGeom prst="rect">
            <a:avLst/>
          </a:prstGeom>
          <a:solidFill>
            <a:srgbClr val="D8D9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cxnSp>
        <p:nvCxnSpPr>
          <p:cNvPr id="545" name="Google Shape;545;p84"/>
          <p:cNvCxnSpPr/>
          <p:nvPr/>
        </p:nvCxnSpPr>
        <p:spPr>
          <a:xfrm rot="10800000">
            <a:off x="722339" y="6212437"/>
            <a:ext cx="10808700" cy="0"/>
          </a:xfrm>
          <a:prstGeom prst="straightConnector1">
            <a:avLst/>
          </a:prstGeom>
          <a:noFill/>
          <a:ln cap="flat" cmpd="sng" w="12700">
            <a:solidFill>
              <a:schemeClr val="accent5">
                <a:alpha val="45100"/>
              </a:schemeClr>
            </a:solidFill>
            <a:prstDash val="solid"/>
            <a:miter lim="800000"/>
            <a:headEnd len="sm" w="sm" type="none"/>
            <a:tailEnd len="sm" w="sm" type="none"/>
          </a:ln>
        </p:spPr>
      </p:cxnSp>
      <p:sp>
        <p:nvSpPr>
          <p:cNvPr id="546" name="Google Shape;546;p84"/>
          <p:cNvSpPr txBox="1"/>
          <p:nvPr>
            <p:ph type="title"/>
          </p:nvPr>
        </p:nvSpPr>
        <p:spPr>
          <a:xfrm>
            <a:off x="4114800" y="5410203"/>
            <a:ext cx="7543800" cy="372600"/>
          </a:xfrm>
          <a:prstGeom prst="rect">
            <a:avLst/>
          </a:prstGeom>
          <a:noFill/>
          <a:ln>
            <a:noFill/>
          </a:ln>
        </p:spPr>
        <p:txBody>
          <a:bodyPr anchorCtr="0" anchor="ctr" bIns="91425" lIns="91425" spcFirstLastPara="1" rIns="91425" wrap="square" tIns="91425">
            <a:normAutofit/>
          </a:bodyPr>
          <a:lstStyle>
            <a:lvl1pPr lvl="0" algn="r">
              <a:lnSpc>
                <a:spcPct val="100000"/>
              </a:lnSpc>
              <a:spcBef>
                <a:spcPts val="0"/>
              </a:spcBef>
              <a:spcAft>
                <a:spcPts val="0"/>
              </a:spcAft>
              <a:buClr>
                <a:schemeClr val="accent1"/>
              </a:buClr>
              <a:buSzPts val="2000"/>
              <a:buFont typeface="Oswald SemiBold"/>
              <a:buNone/>
              <a:defRPr sz="2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7" name="Google Shape;547;p84"/>
          <p:cNvSpPr txBox="1"/>
          <p:nvPr>
            <p:ph idx="1" type="body"/>
          </p:nvPr>
        </p:nvSpPr>
        <p:spPr>
          <a:xfrm>
            <a:off x="603504" y="725556"/>
            <a:ext cx="8845200" cy="3656100"/>
          </a:xfrm>
          <a:prstGeom prst="rect">
            <a:avLst/>
          </a:prstGeom>
          <a:noFill/>
          <a:ln>
            <a:noFill/>
          </a:ln>
        </p:spPr>
        <p:txBody>
          <a:bodyPr anchorCtr="0" anchor="t" bIns="45700" lIns="91425" spcFirstLastPara="1" rIns="91425" wrap="square" tIns="45700">
            <a:normAutofit/>
          </a:bodyPr>
          <a:lstStyle>
            <a:lvl1pPr indent="-228600" lvl="0" marL="457200" algn="l">
              <a:lnSpc>
                <a:spcPct val="85000"/>
              </a:lnSpc>
              <a:spcBef>
                <a:spcPts val="0"/>
              </a:spcBef>
              <a:spcAft>
                <a:spcPts val="0"/>
              </a:spcAft>
              <a:buClr>
                <a:schemeClr val="accent5"/>
              </a:buClr>
              <a:buSzPts val="5800"/>
              <a:buNone/>
              <a:defRPr b="0" sz="5800" cap="none">
                <a:solidFill>
                  <a:schemeClr val="accent5"/>
                </a:solidFill>
                <a:latin typeface="Oswald SemiBold"/>
                <a:ea typeface="Oswald SemiBold"/>
                <a:cs typeface="Oswald SemiBold"/>
                <a:sym typeface="Oswald SemiBold"/>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8" name="Google Shape;548;p84"/>
          <p:cNvSpPr txBox="1"/>
          <p:nvPr>
            <p:ph idx="11" type="ftr"/>
          </p:nvPr>
        </p:nvSpPr>
        <p:spPr>
          <a:xfrm>
            <a:off x="605430" y="6029868"/>
            <a:ext cx="1911000" cy="365100"/>
          </a:xfrm>
          <a:prstGeom prst="rect">
            <a:avLst/>
          </a:prstGeom>
          <a:solidFill>
            <a:srgbClr val="C4C6BF"/>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accent5"/>
                </a:solidFill>
                <a:latin typeface="Open Sans Light"/>
                <a:ea typeface="Open Sans Light"/>
                <a:cs typeface="Open Sans Light"/>
                <a:sym typeface="Open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9" name="Google Shape;549;p84"/>
          <p:cNvSpPr txBox="1"/>
          <p:nvPr>
            <p:ph idx="10" type="dt"/>
          </p:nvPr>
        </p:nvSpPr>
        <p:spPr>
          <a:xfrm>
            <a:off x="9802368" y="6029868"/>
            <a:ext cx="1435500" cy="365100"/>
          </a:xfrm>
          <a:prstGeom prst="rect">
            <a:avLst/>
          </a:prstGeom>
          <a:solidFill>
            <a:srgbClr val="C4C6BF"/>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b="0">
                <a:solidFill>
                  <a:schemeClr val="accent5"/>
                </a:solidFill>
                <a:latin typeface="Open Sans Light"/>
                <a:ea typeface="Open Sans Light"/>
                <a:cs typeface="Open Sans Light"/>
                <a:sym typeface="Open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0" name="Google Shape;550;p84"/>
          <p:cNvSpPr txBox="1"/>
          <p:nvPr>
            <p:ph idx="12" type="sldNum"/>
          </p:nvPr>
        </p:nvSpPr>
        <p:spPr>
          <a:xfrm>
            <a:off x="11233434" y="6029868"/>
            <a:ext cx="429300" cy="365100"/>
          </a:xfrm>
          <a:prstGeom prst="rect">
            <a:avLst/>
          </a:prstGeom>
          <a:solidFill>
            <a:srgbClr val="C4C6BF"/>
          </a:solidFill>
          <a:ln>
            <a:noFill/>
          </a:ln>
        </p:spPr>
        <p:txBody>
          <a:bodyPr anchorCtr="0" anchor="ctr" bIns="45700" lIns="91425" spcFirstLastPara="1" rIns="91425" wrap="square" tIns="45700">
            <a:noAutofit/>
          </a:bodyPr>
          <a:lstStyle>
            <a:lvl1pPr indent="0" lvl="0" marL="0" marR="0" algn="r">
              <a:spcBef>
                <a:spcPts val="0"/>
              </a:spcBef>
              <a:buNone/>
              <a:defRPr b="0" sz="900" cap="none">
                <a:solidFill>
                  <a:schemeClr val="accent5"/>
                </a:solidFill>
                <a:latin typeface="Open Sans Light"/>
                <a:ea typeface="Open Sans Light"/>
                <a:cs typeface="Open Sans Light"/>
                <a:sym typeface="Open Sans Light"/>
              </a:defRPr>
            </a:lvl1pPr>
            <a:lvl2pPr indent="0" lvl="1" marL="0" marR="0" algn="r">
              <a:spcBef>
                <a:spcPts val="0"/>
              </a:spcBef>
              <a:buNone/>
              <a:defRPr b="0" sz="900" cap="none">
                <a:solidFill>
                  <a:schemeClr val="accent5"/>
                </a:solidFill>
                <a:latin typeface="Open Sans Light"/>
                <a:ea typeface="Open Sans Light"/>
                <a:cs typeface="Open Sans Light"/>
                <a:sym typeface="Open Sans Light"/>
              </a:defRPr>
            </a:lvl2pPr>
            <a:lvl3pPr indent="0" lvl="2" marL="0" marR="0" algn="r">
              <a:spcBef>
                <a:spcPts val="0"/>
              </a:spcBef>
              <a:buNone/>
              <a:defRPr b="0" sz="900" cap="none">
                <a:solidFill>
                  <a:schemeClr val="accent5"/>
                </a:solidFill>
                <a:latin typeface="Open Sans Light"/>
                <a:ea typeface="Open Sans Light"/>
                <a:cs typeface="Open Sans Light"/>
                <a:sym typeface="Open Sans Light"/>
              </a:defRPr>
            </a:lvl3pPr>
            <a:lvl4pPr indent="0" lvl="3" marL="0" marR="0" algn="r">
              <a:spcBef>
                <a:spcPts val="0"/>
              </a:spcBef>
              <a:buNone/>
              <a:defRPr b="0" sz="900" cap="none">
                <a:solidFill>
                  <a:schemeClr val="accent5"/>
                </a:solidFill>
                <a:latin typeface="Open Sans Light"/>
                <a:ea typeface="Open Sans Light"/>
                <a:cs typeface="Open Sans Light"/>
                <a:sym typeface="Open Sans Light"/>
              </a:defRPr>
            </a:lvl4pPr>
            <a:lvl5pPr indent="0" lvl="4" marL="0" marR="0" algn="r">
              <a:spcBef>
                <a:spcPts val="0"/>
              </a:spcBef>
              <a:buNone/>
              <a:defRPr b="0" sz="900" cap="none">
                <a:solidFill>
                  <a:schemeClr val="accent5"/>
                </a:solidFill>
                <a:latin typeface="Open Sans Light"/>
                <a:ea typeface="Open Sans Light"/>
                <a:cs typeface="Open Sans Light"/>
                <a:sym typeface="Open Sans Light"/>
              </a:defRPr>
            </a:lvl5pPr>
            <a:lvl6pPr indent="0" lvl="5" marL="0" marR="0" algn="r">
              <a:spcBef>
                <a:spcPts val="0"/>
              </a:spcBef>
              <a:buNone/>
              <a:defRPr b="0" sz="900" cap="none">
                <a:solidFill>
                  <a:schemeClr val="accent5"/>
                </a:solidFill>
                <a:latin typeface="Open Sans Light"/>
                <a:ea typeface="Open Sans Light"/>
                <a:cs typeface="Open Sans Light"/>
                <a:sym typeface="Open Sans Light"/>
              </a:defRPr>
            </a:lvl6pPr>
            <a:lvl7pPr indent="0" lvl="6" marL="0" marR="0" algn="r">
              <a:spcBef>
                <a:spcPts val="0"/>
              </a:spcBef>
              <a:buNone/>
              <a:defRPr b="0" sz="900" cap="none">
                <a:solidFill>
                  <a:schemeClr val="accent5"/>
                </a:solidFill>
                <a:latin typeface="Open Sans Light"/>
                <a:ea typeface="Open Sans Light"/>
                <a:cs typeface="Open Sans Light"/>
                <a:sym typeface="Open Sans Light"/>
              </a:defRPr>
            </a:lvl7pPr>
            <a:lvl8pPr indent="0" lvl="7" marL="0" marR="0" algn="r">
              <a:spcBef>
                <a:spcPts val="0"/>
              </a:spcBef>
              <a:buNone/>
              <a:defRPr b="0" sz="900" cap="none">
                <a:solidFill>
                  <a:schemeClr val="accent5"/>
                </a:solidFill>
                <a:latin typeface="Open Sans Light"/>
                <a:ea typeface="Open Sans Light"/>
                <a:cs typeface="Open Sans Light"/>
                <a:sym typeface="Open Sans Light"/>
              </a:defRPr>
            </a:lvl8pPr>
            <a:lvl9pPr indent="0" lvl="8" marL="0" marR="0" algn="r">
              <a:spcBef>
                <a:spcPts val="0"/>
              </a:spcBef>
              <a:buNone/>
              <a:defRPr b="0" sz="900" cap="none">
                <a:solidFill>
                  <a:schemeClr val="accent5"/>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2" showMasterSp="0">
  <p:cSld name="Cita 2">
    <p:spTree>
      <p:nvGrpSpPr>
        <p:cNvPr id="551" name="Shape 551"/>
        <p:cNvGrpSpPr/>
        <p:nvPr/>
      </p:nvGrpSpPr>
      <p:grpSpPr>
        <a:xfrm>
          <a:off x="0" y="0"/>
          <a:ext cx="0" cy="0"/>
          <a:chOff x="0" y="0"/>
          <a:chExt cx="0" cy="0"/>
        </a:xfrm>
      </p:grpSpPr>
      <p:sp>
        <p:nvSpPr>
          <p:cNvPr id="552" name="Google Shape;552;p85"/>
          <p:cNvSpPr/>
          <p:nvPr/>
        </p:nvSpPr>
        <p:spPr>
          <a:xfrm>
            <a:off x="1"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cxnSp>
        <p:nvCxnSpPr>
          <p:cNvPr id="553" name="Google Shape;553;p85"/>
          <p:cNvCxnSpPr/>
          <p:nvPr/>
        </p:nvCxnSpPr>
        <p:spPr>
          <a:xfrm>
            <a:off x="11082528" y="725556"/>
            <a:ext cx="0" cy="4135200"/>
          </a:xfrm>
          <a:prstGeom prst="straightConnector1">
            <a:avLst/>
          </a:prstGeom>
          <a:noFill/>
          <a:ln cap="flat" cmpd="sng" w="12700">
            <a:solidFill>
              <a:schemeClr val="dk2">
                <a:alpha val="65100"/>
              </a:schemeClr>
            </a:solidFill>
            <a:prstDash val="solid"/>
            <a:miter lim="800000"/>
            <a:headEnd len="sm" w="sm" type="none"/>
            <a:tailEnd len="sm" w="sm" type="none"/>
          </a:ln>
        </p:spPr>
      </p:cxnSp>
      <p:sp>
        <p:nvSpPr>
          <p:cNvPr id="554" name="Google Shape;554;p85"/>
          <p:cNvSpPr txBox="1"/>
          <p:nvPr>
            <p:ph type="title"/>
          </p:nvPr>
        </p:nvSpPr>
        <p:spPr>
          <a:xfrm>
            <a:off x="4443564" y="5167222"/>
            <a:ext cx="6789900" cy="679500"/>
          </a:xfrm>
          <a:prstGeom prst="rect">
            <a:avLst/>
          </a:prstGeom>
          <a:solidFill>
            <a:schemeClr val="lt2"/>
          </a:solidFill>
          <a:ln>
            <a:noFill/>
          </a:ln>
        </p:spPr>
        <p:txBody>
          <a:bodyPr anchorCtr="0" anchor="ctr" bIns="91425" lIns="91425" spcFirstLastPara="1" rIns="91425" wrap="square" tIns="91425">
            <a:normAutofit/>
          </a:bodyPr>
          <a:lstStyle>
            <a:lvl1pPr lvl="0" algn="r">
              <a:lnSpc>
                <a:spcPct val="100000"/>
              </a:lnSpc>
              <a:spcBef>
                <a:spcPts val="0"/>
              </a:spcBef>
              <a:spcAft>
                <a:spcPts val="0"/>
              </a:spcAft>
              <a:buClr>
                <a:schemeClr val="accent5"/>
              </a:buClr>
              <a:buSzPts val="2000"/>
              <a:buFont typeface="Open Sans Light"/>
              <a:buNone/>
              <a:defRPr b="1" sz="2000" cap="none">
                <a:solidFill>
                  <a:schemeClr val="accent5"/>
                </a:solidFill>
                <a:latin typeface="Open Sans Light"/>
                <a:ea typeface="Open Sans Light"/>
                <a:cs typeface="Open Sans Light"/>
                <a:sym typeface="Open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5" name="Google Shape;555;p85"/>
          <p:cNvSpPr txBox="1"/>
          <p:nvPr>
            <p:ph idx="1" type="body"/>
          </p:nvPr>
        </p:nvSpPr>
        <p:spPr>
          <a:xfrm>
            <a:off x="603504" y="725556"/>
            <a:ext cx="8653200" cy="4074900"/>
          </a:xfrm>
          <a:prstGeom prst="rect">
            <a:avLst/>
          </a:prstGeom>
          <a:noFill/>
          <a:ln>
            <a:noFill/>
          </a:ln>
        </p:spPr>
        <p:txBody>
          <a:bodyPr anchorCtr="0" anchor="t" bIns="45700" lIns="91425" spcFirstLastPara="1" rIns="91425" wrap="square" tIns="45700">
            <a:normAutofit/>
          </a:bodyPr>
          <a:lstStyle>
            <a:lvl1pPr indent="-228600" lvl="0" marL="457200" algn="l">
              <a:lnSpc>
                <a:spcPct val="85000"/>
              </a:lnSpc>
              <a:spcBef>
                <a:spcPts val="0"/>
              </a:spcBef>
              <a:spcAft>
                <a:spcPts val="0"/>
              </a:spcAft>
              <a:buClr>
                <a:schemeClr val="accent2"/>
              </a:buClr>
              <a:buSzPts val="5400"/>
              <a:buNone/>
              <a:defRPr b="0" sz="5400" cap="none">
                <a:solidFill>
                  <a:schemeClr val="accent2"/>
                </a:solidFill>
                <a:latin typeface="Oswald SemiBold"/>
                <a:ea typeface="Oswald SemiBold"/>
                <a:cs typeface="Oswald SemiBold"/>
                <a:sym typeface="Oswald SemiBold"/>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6" name="Google Shape;556;p85"/>
          <p:cNvSpPr txBox="1"/>
          <p:nvPr>
            <p:ph idx="11" type="ftr"/>
          </p:nvPr>
        </p:nvSpPr>
        <p:spPr>
          <a:xfrm>
            <a:off x="603503" y="6029868"/>
            <a:ext cx="1911000" cy="36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accent5"/>
                </a:solidFill>
                <a:latin typeface="Open Sans Light"/>
                <a:ea typeface="Open Sans Light"/>
                <a:cs typeface="Open Sans Light"/>
                <a:sym typeface="Open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7" name="Google Shape;557;p85"/>
          <p:cNvSpPr txBox="1"/>
          <p:nvPr>
            <p:ph idx="10" type="dt"/>
          </p:nvPr>
        </p:nvSpPr>
        <p:spPr>
          <a:xfrm>
            <a:off x="9801193" y="6029868"/>
            <a:ext cx="1439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a:solidFill>
                  <a:schemeClr val="accent5"/>
                </a:solidFill>
                <a:latin typeface="Open Sans Light"/>
                <a:ea typeface="Open Sans Light"/>
                <a:cs typeface="Open Sans Light"/>
                <a:sym typeface="Open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8" name="Google Shape;558;p85"/>
          <p:cNvSpPr txBox="1"/>
          <p:nvPr>
            <p:ph idx="12" type="sldNum"/>
          </p:nvPr>
        </p:nvSpPr>
        <p:spPr>
          <a:xfrm>
            <a:off x="11233434" y="6029868"/>
            <a:ext cx="4293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sz="900" cap="none">
                <a:solidFill>
                  <a:schemeClr val="accent5"/>
                </a:solidFill>
                <a:latin typeface="Open Sans Light"/>
                <a:ea typeface="Open Sans Light"/>
                <a:cs typeface="Open Sans Light"/>
                <a:sym typeface="Open Sans Light"/>
              </a:defRPr>
            </a:lvl1pPr>
            <a:lvl2pPr indent="0" lvl="1" marL="0" marR="0" algn="r">
              <a:spcBef>
                <a:spcPts val="0"/>
              </a:spcBef>
              <a:buNone/>
              <a:defRPr b="0" sz="900" cap="none">
                <a:solidFill>
                  <a:schemeClr val="accent5"/>
                </a:solidFill>
                <a:latin typeface="Open Sans Light"/>
                <a:ea typeface="Open Sans Light"/>
                <a:cs typeface="Open Sans Light"/>
                <a:sym typeface="Open Sans Light"/>
              </a:defRPr>
            </a:lvl2pPr>
            <a:lvl3pPr indent="0" lvl="2" marL="0" marR="0" algn="r">
              <a:spcBef>
                <a:spcPts val="0"/>
              </a:spcBef>
              <a:buNone/>
              <a:defRPr b="0" sz="900" cap="none">
                <a:solidFill>
                  <a:schemeClr val="accent5"/>
                </a:solidFill>
                <a:latin typeface="Open Sans Light"/>
                <a:ea typeface="Open Sans Light"/>
                <a:cs typeface="Open Sans Light"/>
                <a:sym typeface="Open Sans Light"/>
              </a:defRPr>
            </a:lvl3pPr>
            <a:lvl4pPr indent="0" lvl="3" marL="0" marR="0" algn="r">
              <a:spcBef>
                <a:spcPts val="0"/>
              </a:spcBef>
              <a:buNone/>
              <a:defRPr b="0" sz="900" cap="none">
                <a:solidFill>
                  <a:schemeClr val="accent5"/>
                </a:solidFill>
                <a:latin typeface="Open Sans Light"/>
                <a:ea typeface="Open Sans Light"/>
                <a:cs typeface="Open Sans Light"/>
                <a:sym typeface="Open Sans Light"/>
              </a:defRPr>
            </a:lvl4pPr>
            <a:lvl5pPr indent="0" lvl="4" marL="0" marR="0" algn="r">
              <a:spcBef>
                <a:spcPts val="0"/>
              </a:spcBef>
              <a:buNone/>
              <a:defRPr b="0" sz="900" cap="none">
                <a:solidFill>
                  <a:schemeClr val="accent5"/>
                </a:solidFill>
                <a:latin typeface="Open Sans Light"/>
                <a:ea typeface="Open Sans Light"/>
                <a:cs typeface="Open Sans Light"/>
                <a:sym typeface="Open Sans Light"/>
              </a:defRPr>
            </a:lvl5pPr>
            <a:lvl6pPr indent="0" lvl="5" marL="0" marR="0" algn="r">
              <a:spcBef>
                <a:spcPts val="0"/>
              </a:spcBef>
              <a:buNone/>
              <a:defRPr b="0" sz="900" cap="none">
                <a:solidFill>
                  <a:schemeClr val="accent5"/>
                </a:solidFill>
                <a:latin typeface="Open Sans Light"/>
                <a:ea typeface="Open Sans Light"/>
                <a:cs typeface="Open Sans Light"/>
                <a:sym typeface="Open Sans Light"/>
              </a:defRPr>
            </a:lvl6pPr>
            <a:lvl7pPr indent="0" lvl="6" marL="0" marR="0" algn="r">
              <a:spcBef>
                <a:spcPts val="0"/>
              </a:spcBef>
              <a:buNone/>
              <a:defRPr b="0" sz="900" cap="none">
                <a:solidFill>
                  <a:schemeClr val="accent5"/>
                </a:solidFill>
                <a:latin typeface="Open Sans Light"/>
                <a:ea typeface="Open Sans Light"/>
                <a:cs typeface="Open Sans Light"/>
                <a:sym typeface="Open Sans Light"/>
              </a:defRPr>
            </a:lvl7pPr>
            <a:lvl8pPr indent="0" lvl="7" marL="0" marR="0" algn="r">
              <a:spcBef>
                <a:spcPts val="0"/>
              </a:spcBef>
              <a:buNone/>
              <a:defRPr b="0" sz="900" cap="none">
                <a:solidFill>
                  <a:schemeClr val="accent5"/>
                </a:solidFill>
                <a:latin typeface="Open Sans Light"/>
                <a:ea typeface="Open Sans Light"/>
                <a:cs typeface="Open Sans Light"/>
                <a:sym typeface="Open Sans Light"/>
              </a:defRPr>
            </a:lvl8pPr>
            <a:lvl9pPr indent="0" lvl="8" marL="0" marR="0" algn="r">
              <a:spcBef>
                <a:spcPts val="0"/>
              </a:spcBef>
              <a:buNone/>
              <a:defRPr b="0" sz="900" cap="none">
                <a:solidFill>
                  <a:schemeClr val="accent5"/>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3" showMasterSp="0">
  <p:cSld name="Cita 3">
    <p:spTree>
      <p:nvGrpSpPr>
        <p:cNvPr id="559" name="Shape 559"/>
        <p:cNvGrpSpPr/>
        <p:nvPr/>
      </p:nvGrpSpPr>
      <p:grpSpPr>
        <a:xfrm>
          <a:off x="0" y="0"/>
          <a:ext cx="0" cy="0"/>
          <a:chOff x="0" y="0"/>
          <a:chExt cx="0" cy="0"/>
        </a:xfrm>
      </p:grpSpPr>
      <p:sp>
        <p:nvSpPr>
          <p:cNvPr id="560" name="Google Shape;560;p86"/>
          <p:cNvSpPr/>
          <p:nvPr/>
        </p:nvSpPr>
        <p:spPr>
          <a:xfrm>
            <a:off x="1"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561" name="Google Shape;561;p86"/>
          <p:cNvSpPr/>
          <p:nvPr/>
        </p:nvSpPr>
        <p:spPr>
          <a:xfrm>
            <a:off x="3439120" y="1202645"/>
            <a:ext cx="5301000" cy="4452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cxnSp>
        <p:nvCxnSpPr>
          <p:cNvPr id="562" name="Google Shape;562;p86"/>
          <p:cNvCxnSpPr/>
          <p:nvPr/>
        </p:nvCxnSpPr>
        <p:spPr>
          <a:xfrm rot="10800000">
            <a:off x="6096000" y="5402400"/>
            <a:ext cx="0" cy="1455600"/>
          </a:xfrm>
          <a:prstGeom prst="straightConnector1">
            <a:avLst/>
          </a:prstGeom>
          <a:noFill/>
          <a:ln cap="flat" cmpd="sng" w="12700">
            <a:solidFill>
              <a:schemeClr val="dk2">
                <a:alpha val="74900"/>
              </a:schemeClr>
            </a:solidFill>
            <a:prstDash val="solid"/>
            <a:miter lim="800000"/>
            <a:headEnd len="sm" w="sm" type="none"/>
            <a:tailEnd len="sm" w="sm" type="none"/>
          </a:ln>
        </p:spPr>
      </p:cxnSp>
      <p:cxnSp>
        <p:nvCxnSpPr>
          <p:cNvPr id="563" name="Google Shape;563;p86"/>
          <p:cNvCxnSpPr/>
          <p:nvPr/>
        </p:nvCxnSpPr>
        <p:spPr>
          <a:xfrm rot="10800000">
            <a:off x="6096000" y="-110"/>
            <a:ext cx="0" cy="1455600"/>
          </a:xfrm>
          <a:prstGeom prst="straightConnector1">
            <a:avLst/>
          </a:prstGeom>
          <a:noFill/>
          <a:ln cap="flat" cmpd="sng" w="12700">
            <a:solidFill>
              <a:schemeClr val="dk2">
                <a:alpha val="74900"/>
              </a:schemeClr>
            </a:solidFill>
            <a:prstDash val="solid"/>
            <a:miter lim="800000"/>
            <a:headEnd len="sm" w="sm" type="none"/>
            <a:tailEnd len="sm" w="sm" type="none"/>
          </a:ln>
        </p:spPr>
      </p:cxnSp>
      <p:sp>
        <p:nvSpPr>
          <p:cNvPr id="564" name="Google Shape;564;p86"/>
          <p:cNvSpPr txBox="1"/>
          <p:nvPr>
            <p:ph type="title"/>
          </p:nvPr>
        </p:nvSpPr>
        <p:spPr>
          <a:xfrm>
            <a:off x="3963474" y="4659653"/>
            <a:ext cx="4252500" cy="520200"/>
          </a:xfrm>
          <a:prstGeom prst="rect">
            <a:avLst/>
          </a:prstGeom>
          <a:noFill/>
          <a:ln>
            <a:noFill/>
          </a:ln>
        </p:spPr>
        <p:txBody>
          <a:bodyPr anchorCtr="0" anchor="ctr" bIns="137150" lIns="91425" spcFirstLastPara="1" rIns="91425" wrap="square" tIns="45700">
            <a:normAutofit/>
          </a:bodyPr>
          <a:lstStyle>
            <a:lvl1pPr lvl="0" algn="ctr">
              <a:lnSpc>
                <a:spcPct val="100000"/>
              </a:lnSpc>
              <a:spcBef>
                <a:spcPts val="0"/>
              </a:spcBef>
              <a:spcAft>
                <a:spcPts val="0"/>
              </a:spcAft>
              <a:buClr>
                <a:schemeClr val="accent2"/>
              </a:buClr>
              <a:buSzPts val="1600"/>
              <a:buFont typeface="Oswald SemiBold"/>
              <a:buNone/>
              <a:defRPr sz="16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5" name="Google Shape;565;p86"/>
          <p:cNvSpPr txBox="1"/>
          <p:nvPr>
            <p:ph idx="11" type="ftr"/>
          </p:nvPr>
        </p:nvSpPr>
        <p:spPr>
          <a:xfrm>
            <a:off x="605430" y="6029868"/>
            <a:ext cx="1911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accent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6" name="Google Shape;566;p86"/>
          <p:cNvSpPr txBox="1"/>
          <p:nvPr>
            <p:ph idx="1" type="body"/>
          </p:nvPr>
        </p:nvSpPr>
        <p:spPr>
          <a:xfrm>
            <a:off x="2312230" y="1793287"/>
            <a:ext cx="7554900" cy="2494500"/>
          </a:xfrm>
          <a:prstGeom prst="rect">
            <a:avLst/>
          </a:prstGeom>
          <a:noFill/>
          <a:ln>
            <a:noFill/>
          </a:ln>
        </p:spPr>
        <p:txBody>
          <a:bodyPr anchorCtr="0" anchor="ctr" bIns="45700" lIns="91425" spcFirstLastPara="1" rIns="91425" wrap="square" tIns="45700">
            <a:normAutofit/>
          </a:bodyPr>
          <a:lstStyle>
            <a:lvl1pPr indent="-228600" lvl="0" marL="457200" algn="ctr">
              <a:lnSpc>
                <a:spcPct val="85000"/>
              </a:lnSpc>
              <a:spcBef>
                <a:spcPts val="1000"/>
              </a:spcBef>
              <a:spcAft>
                <a:spcPts val="0"/>
              </a:spcAft>
              <a:buClr>
                <a:schemeClr val="accent5"/>
              </a:buClr>
              <a:buSzPts val="4800"/>
              <a:buNone/>
              <a:defRPr b="0" sz="4800" cap="none">
                <a:solidFill>
                  <a:schemeClr val="accent5"/>
                </a:solidFill>
                <a:latin typeface="Open Sans Light"/>
                <a:ea typeface="Open Sans Light"/>
                <a:cs typeface="Open Sans Light"/>
                <a:sym typeface="Open Sans Light"/>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7" name="Google Shape;567;p86"/>
          <p:cNvSpPr txBox="1"/>
          <p:nvPr>
            <p:ph idx="10" type="dt"/>
          </p:nvPr>
        </p:nvSpPr>
        <p:spPr>
          <a:xfrm>
            <a:off x="10058400" y="6029868"/>
            <a:ext cx="11826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accent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8" name="Google Shape;568;p86"/>
          <p:cNvSpPr txBox="1"/>
          <p:nvPr>
            <p:ph idx="12" type="sldNum"/>
          </p:nvPr>
        </p:nvSpPr>
        <p:spPr>
          <a:xfrm>
            <a:off x="11233434" y="6029868"/>
            <a:ext cx="4293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accent5"/>
                </a:solidFill>
                <a:latin typeface="Open Sans Light"/>
                <a:ea typeface="Open Sans Light"/>
                <a:cs typeface="Open Sans Light"/>
                <a:sym typeface="Open Sans Light"/>
              </a:defRPr>
            </a:lvl1pPr>
            <a:lvl2pPr indent="0" lvl="1" marL="0" marR="0" algn="r">
              <a:spcBef>
                <a:spcPts val="0"/>
              </a:spcBef>
              <a:buNone/>
              <a:defRPr sz="900" cap="none">
                <a:solidFill>
                  <a:schemeClr val="accent5"/>
                </a:solidFill>
                <a:latin typeface="Open Sans Light"/>
                <a:ea typeface="Open Sans Light"/>
                <a:cs typeface="Open Sans Light"/>
                <a:sym typeface="Open Sans Light"/>
              </a:defRPr>
            </a:lvl2pPr>
            <a:lvl3pPr indent="0" lvl="2" marL="0" marR="0" algn="r">
              <a:spcBef>
                <a:spcPts val="0"/>
              </a:spcBef>
              <a:buNone/>
              <a:defRPr sz="900" cap="none">
                <a:solidFill>
                  <a:schemeClr val="accent5"/>
                </a:solidFill>
                <a:latin typeface="Open Sans Light"/>
                <a:ea typeface="Open Sans Light"/>
                <a:cs typeface="Open Sans Light"/>
                <a:sym typeface="Open Sans Light"/>
              </a:defRPr>
            </a:lvl3pPr>
            <a:lvl4pPr indent="0" lvl="3" marL="0" marR="0" algn="r">
              <a:spcBef>
                <a:spcPts val="0"/>
              </a:spcBef>
              <a:buNone/>
              <a:defRPr sz="900" cap="none">
                <a:solidFill>
                  <a:schemeClr val="accent5"/>
                </a:solidFill>
                <a:latin typeface="Open Sans Light"/>
                <a:ea typeface="Open Sans Light"/>
                <a:cs typeface="Open Sans Light"/>
                <a:sym typeface="Open Sans Light"/>
              </a:defRPr>
            </a:lvl4pPr>
            <a:lvl5pPr indent="0" lvl="4" marL="0" marR="0" algn="r">
              <a:spcBef>
                <a:spcPts val="0"/>
              </a:spcBef>
              <a:buNone/>
              <a:defRPr sz="900" cap="none">
                <a:solidFill>
                  <a:schemeClr val="accent5"/>
                </a:solidFill>
                <a:latin typeface="Open Sans Light"/>
                <a:ea typeface="Open Sans Light"/>
                <a:cs typeface="Open Sans Light"/>
                <a:sym typeface="Open Sans Light"/>
              </a:defRPr>
            </a:lvl5pPr>
            <a:lvl6pPr indent="0" lvl="5" marL="0" marR="0" algn="r">
              <a:spcBef>
                <a:spcPts val="0"/>
              </a:spcBef>
              <a:buNone/>
              <a:defRPr sz="900" cap="none">
                <a:solidFill>
                  <a:schemeClr val="accent5"/>
                </a:solidFill>
                <a:latin typeface="Open Sans Light"/>
                <a:ea typeface="Open Sans Light"/>
                <a:cs typeface="Open Sans Light"/>
                <a:sym typeface="Open Sans Light"/>
              </a:defRPr>
            </a:lvl6pPr>
            <a:lvl7pPr indent="0" lvl="6" marL="0" marR="0" algn="r">
              <a:spcBef>
                <a:spcPts val="0"/>
              </a:spcBef>
              <a:buNone/>
              <a:defRPr sz="900" cap="none">
                <a:solidFill>
                  <a:schemeClr val="accent5"/>
                </a:solidFill>
                <a:latin typeface="Open Sans Light"/>
                <a:ea typeface="Open Sans Light"/>
                <a:cs typeface="Open Sans Light"/>
                <a:sym typeface="Open Sans Light"/>
              </a:defRPr>
            </a:lvl7pPr>
            <a:lvl8pPr indent="0" lvl="7" marL="0" marR="0" algn="r">
              <a:spcBef>
                <a:spcPts val="0"/>
              </a:spcBef>
              <a:buNone/>
              <a:defRPr sz="900" cap="none">
                <a:solidFill>
                  <a:schemeClr val="accent5"/>
                </a:solidFill>
                <a:latin typeface="Open Sans Light"/>
                <a:ea typeface="Open Sans Light"/>
                <a:cs typeface="Open Sans Light"/>
                <a:sym typeface="Open Sans Light"/>
              </a:defRPr>
            </a:lvl8pPr>
            <a:lvl9pPr indent="0" lvl="8" marL="0" marR="0" algn="r">
              <a:spcBef>
                <a:spcPts val="0"/>
              </a:spcBef>
              <a:buNone/>
              <a:defRPr sz="900" cap="none">
                <a:solidFill>
                  <a:schemeClr val="accent5"/>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4" showMasterSp="0">
  <p:cSld name="Cita 4">
    <p:spTree>
      <p:nvGrpSpPr>
        <p:cNvPr id="569" name="Shape 569"/>
        <p:cNvGrpSpPr/>
        <p:nvPr/>
      </p:nvGrpSpPr>
      <p:grpSpPr>
        <a:xfrm>
          <a:off x="0" y="0"/>
          <a:ext cx="0" cy="0"/>
          <a:chOff x="0" y="0"/>
          <a:chExt cx="0" cy="0"/>
        </a:xfrm>
      </p:grpSpPr>
      <p:sp>
        <p:nvSpPr>
          <p:cNvPr id="570" name="Google Shape;570;p87"/>
          <p:cNvSpPr/>
          <p:nvPr/>
        </p:nvSpPr>
        <p:spPr>
          <a:xfrm>
            <a:off x="1" y="0"/>
            <a:ext cx="12192000" cy="68580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pic>
        <p:nvPicPr>
          <p:cNvPr id="571" name="Google Shape;571;p87"/>
          <p:cNvPicPr preferRelativeResize="0"/>
          <p:nvPr/>
        </p:nvPicPr>
        <p:blipFill rotWithShape="1">
          <a:blip r:embed="rId2">
            <a:alphaModFix amt="28000"/>
          </a:blip>
          <a:srcRect b="0" l="0" r="0" t="0"/>
          <a:stretch/>
        </p:blipFill>
        <p:spPr>
          <a:xfrm flipH="1">
            <a:off x="-1" y="0"/>
            <a:ext cx="12192001" cy="6858000"/>
          </a:xfrm>
          <a:prstGeom prst="rect">
            <a:avLst/>
          </a:prstGeom>
          <a:noFill/>
          <a:ln>
            <a:noFill/>
          </a:ln>
        </p:spPr>
      </p:pic>
      <p:sp>
        <p:nvSpPr>
          <p:cNvPr id="572" name="Google Shape;572;p87"/>
          <p:cNvSpPr txBox="1"/>
          <p:nvPr>
            <p:ph type="title"/>
          </p:nvPr>
        </p:nvSpPr>
        <p:spPr>
          <a:xfrm>
            <a:off x="606447" y="5204117"/>
            <a:ext cx="11019900" cy="715800"/>
          </a:xfrm>
          <a:prstGeom prst="rect">
            <a:avLst/>
          </a:prstGeom>
          <a:noFill/>
          <a:ln>
            <a:noFill/>
          </a:ln>
        </p:spPr>
        <p:txBody>
          <a:bodyPr anchorCtr="0" anchor="ctr" bIns="91425" lIns="91425" spcFirstLastPara="1" rIns="91425" wrap="square" tIns="91425">
            <a:normAutofit/>
          </a:bodyPr>
          <a:lstStyle>
            <a:lvl1pPr lvl="0" algn="r">
              <a:lnSpc>
                <a:spcPct val="100000"/>
              </a:lnSpc>
              <a:spcBef>
                <a:spcPts val="0"/>
              </a:spcBef>
              <a:spcAft>
                <a:spcPts val="0"/>
              </a:spcAft>
              <a:buClr>
                <a:schemeClr val="accent2"/>
              </a:buClr>
              <a:buSzPts val="1800"/>
              <a:buFont typeface="Oswald SemiBold"/>
              <a:buNone/>
              <a:defRPr sz="18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3" name="Google Shape;573;p87"/>
          <p:cNvSpPr txBox="1"/>
          <p:nvPr>
            <p:ph idx="1" type="body"/>
          </p:nvPr>
        </p:nvSpPr>
        <p:spPr>
          <a:xfrm>
            <a:off x="603504" y="539646"/>
            <a:ext cx="8406900" cy="37095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lt2"/>
              </a:buClr>
              <a:buSzPts val="5400"/>
              <a:buNone/>
              <a:defRPr b="0" sz="5400" cap="none">
                <a:solidFill>
                  <a:schemeClr val="lt2"/>
                </a:solidFill>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4" name="Google Shape;574;p87"/>
          <p:cNvSpPr txBox="1"/>
          <p:nvPr>
            <p:ph idx="11" type="ftr"/>
          </p:nvPr>
        </p:nvSpPr>
        <p:spPr>
          <a:xfrm>
            <a:off x="605433" y="6028848"/>
            <a:ext cx="1829100" cy="366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5" name="Google Shape;575;p87"/>
          <p:cNvSpPr txBox="1"/>
          <p:nvPr>
            <p:ph idx="10" type="dt"/>
          </p:nvPr>
        </p:nvSpPr>
        <p:spPr>
          <a:xfrm>
            <a:off x="10058400" y="6029868"/>
            <a:ext cx="11826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6" name="Google Shape;576;p87"/>
          <p:cNvSpPr txBox="1"/>
          <p:nvPr>
            <p:ph idx="12" type="sldNum"/>
          </p:nvPr>
        </p:nvSpPr>
        <p:spPr>
          <a:xfrm>
            <a:off x="11233434" y="6029868"/>
            <a:ext cx="4293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lt2"/>
                </a:solidFill>
                <a:latin typeface="Open Sans Light"/>
                <a:ea typeface="Open Sans Light"/>
                <a:cs typeface="Open Sans Light"/>
                <a:sym typeface="Open Sans Light"/>
              </a:defRPr>
            </a:lvl1pPr>
            <a:lvl2pPr indent="0" lvl="1" marL="0" marR="0" algn="r">
              <a:spcBef>
                <a:spcPts val="0"/>
              </a:spcBef>
              <a:buNone/>
              <a:defRPr sz="900" cap="none">
                <a:solidFill>
                  <a:schemeClr val="lt2"/>
                </a:solidFill>
                <a:latin typeface="Open Sans Light"/>
                <a:ea typeface="Open Sans Light"/>
                <a:cs typeface="Open Sans Light"/>
                <a:sym typeface="Open Sans Light"/>
              </a:defRPr>
            </a:lvl2pPr>
            <a:lvl3pPr indent="0" lvl="2" marL="0" marR="0" algn="r">
              <a:spcBef>
                <a:spcPts val="0"/>
              </a:spcBef>
              <a:buNone/>
              <a:defRPr sz="900" cap="none">
                <a:solidFill>
                  <a:schemeClr val="lt2"/>
                </a:solidFill>
                <a:latin typeface="Open Sans Light"/>
                <a:ea typeface="Open Sans Light"/>
                <a:cs typeface="Open Sans Light"/>
                <a:sym typeface="Open Sans Light"/>
              </a:defRPr>
            </a:lvl3pPr>
            <a:lvl4pPr indent="0" lvl="3" marL="0" marR="0" algn="r">
              <a:spcBef>
                <a:spcPts val="0"/>
              </a:spcBef>
              <a:buNone/>
              <a:defRPr sz="900" cap="none">
                <a:solidFill>
                  <a:schemeClr val="lt2"/>
                </a:solidFill>
                <a:latin typeface="Open Sans Light"/>
                <a:ea typeface="Open Sans Light"/>
                <a:cs typeface="Open Sans Light"/>
                <a:sym typeface="Open Sans Light"/>
              </a:defRPr>
            </a:lvl4pPr>
            <a:lvl5pPr indent="0" lvl="4" marL="0" marR="0" algn="r">
              <a:spcBef>
                <a:spcPts val="0"/>
              </a:spcBef>
              <a:buNone/>
              <a:defRPr sz="900" cap="none">
                <a:solidFill>
                  <a:schemeClr val="lt2"/>
                </a:solidFill>
                <a:latin typeface="Open Sans Light"/>
                <a:ea typeface="Open Sans Light"/>
                <a:cs typeface="Open Sans Light"/>
                <a:sym typeface="Open Sans Light"/>
              </a:defRPr>
            </a:lvl5pPr>
            <a:lvl6pPr indent="0" lvl="5" marL="0" marR="0" algn="r">
              <a:spcBef>
                <a:spcPts val="0"/>
              </a:spcBef>
              <a:buNone/>
              <a:defRPr sz="900" cap="none">
                <a:solidFill>
                  <a:schemeClr val="lt2"/>
                </a:solidFill>
                <a:latin typeface="Open Sans Light"/>
                <a:ea typeface="Open Sans Light"/>
                <a:cs typeface="Open Sans Light"/>
                <a:sym typeface="Open Sans Light"/>
              </a:defRPr>
            </a:lvl6pPr>
            <a:lvl7pPr indent="0" lvl="6" marL="0" marR="0" algn="r">
              <a:spcBef>
                <a:spcPts val="0"/>
              </a:spcBef>
              <a:buNone/>
              <a:defRPr sz="900" cap="none">
                <a:solidFill>
                  <a:schemeClr val="lt2"/>
                </a:solidFill>
                <a:latin typeface="Open Sans Light"/>
                <a:ea typeface="Open Sans Light"/>
                <a:cs typeface="Open Sans Light"/>
                <a:sym typeface="Open Sans Light"/>
              </a:defRPr>
            </a:lvl7pPr>
            <a:lvl8pPr indent="0" lvl="7" marL="0" marR="0" algn="r">
              <a:spcBef>
                <a:spcPts val="0"/>
              </a:spcBef>
              <a:buNone/>
              <a:defRPr sz="900" cap="none">
                <a:solidFill>
                  <a:schemeClr val="lt2"/>
                </a:solidFill>
                <a:latin typeface="Open Sans Light"/>
                <a:ea typeface="Open Sans Light"/>
                <a:cs typeface="Open Sans Light"/>
                <a:sym typeface="Open Sans Light"/>
              </a:defRPr>
            </a:lvl8pPr>
            <a:lvl9pPr indent="0" lvl="8" marL="0" marR="0" algn="r">
              <a:spcBef>
                <a:spcPts val="0"/>
              </a:spcBef>
              <a:buNone/>
              <a:defRPr sz="900" cap="none">
                <a:solidFill>
                  <a:schemeClr val="lt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cxnSp>
        <p:nvCxnSpPr>
          <p:cNvPr id="577" name="Google Shape;577;p87"/>
          <p:cNvCxnSpPr/>
          <p:nvPr/>
        </p:nvCxnSpPr>
        <p:spPr>
          <a:xfrm>
            <a:off x="685800" y="4804478"/>
            <a:ext cx="10820400" cy="0"/>
          </a:xfrm>
          <a:prstGeom prst="straightConnector1">
            <a:avLst/>
          </a:prstGeom>
          <a:noFill/>
          <a:ln cap="flat" cmpd="sng" w="12700">
            <a:solidFill>
              <a:schemeClr val="lt2"/>
            </a:solidFill>
            <a:prstDash val="solid"/>
            <a:miter lim="800000"/>
            <a:headEnd len="sm" w="sm" type="none"/>
            <a:tailEnd len="sm" w="sm" type="none"/>
          </a:ln>
        </p:spPr>
      </p:cxn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5" showMasterSp="0">
  <p:cSld name="Cita 5">
    <p:spTree>
      <p:nvGrpSpPr>
        <p:cNvPr id="578" name="Shape 578"/>
        <p:cNvGrpSpPr/>
        <p:nvPr/>
      </p:nvGrpSpPr>
      <p:grpSpPr>
        <a:xfrm>
          <a:off x="0" y="0"/>
          <a:ext cx="0" cy="0"/>
          <a:chOff x="0" y="0"/>
          <a:chExt cx="0" cy="0"/>
        </a:xfrm>
      </p:grpSpPr>
      <p:sp>
        <p:nvSpPr>
          <p:cNvPr id="579" name="Google Shape;579;p88"/>
          <p:cNvSpPr/>
          <p:nvPr/>
        </p:nvSpPr>
        <p:spPr>
          <a:xfrm>
            <a:off x="1" y="-1"/>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8A4F"/>
              </a:solidFill>
              <a:latin typeface="Open Sans Light"/>
              <a:ea typeface="Open Sans Light"/>
              <a:cs typeface="Open Sans Light"/>
              <a:sym typeface="Open Sans Light"/>
            </a:endParaRPr>
          </a:p>
        </p:txBody>
      </p:sp>
      <p:sp>
        <p:nvSpPr>
          <p:cNvPr id="580" name="Google Shape;580;p88"/>
          <p:cNvSpPr/>
          <p:nvPr/>
        </p:nvSpPr>
        <p:spPr>
          <a:xfrm>
            <a:off x="0" y="1"/>
            <a:ext cx="9448800" cy="4800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cxnSp>
        <p:nvCxnSpPr>
          <p:cNvPr id="581" name="Google Shape;581;p88"/>
          <p:cNvCxnSpPr/>
          <p:nvPr/>
        </p:nvCxnSpPr>
        <p:spPr>
          <a:xfrm rot="10800000">
            <a:off x="11081989" y="698700"/>
            <a:ext cx="0" cy="4101900"/>
          </a:xfrm>
          <a:prstGeom prst="straightConnector1">
            <a:avLst/>
          </a:prstGeom>
          <a:noFill/>
          <a:ln cap="flat" cmpd="sng" w="12700">
            <a:solidFill>
              <a:schemeClr val="dk2">
                <a:alpha val="65100"/>
              </a:schemeClr>
            </a:solidFill>
            <a:prstDash val="solid"/>
            <a:miter lim="800000"/>
            <a:headEnd len="sm" w="sm" type="none"/>
            <a:tailEnd len="sm" w="sm" type="none"/>
          </a:ln>
        </p:spPr>
      </p:cxnSp>
      <p:sp>
        <p:nvSpPr>
          <p:cNvPr id="582" name="Google Shape;582;p88"/>
          <p:cNvSpPr txBox="1"/>
          <p:nvPr>
            <p:ph type="title"/>
          </p:nvPr>
        </p:nvSpPr>
        <p:spPr>
          <a:xfrm>
            <a:off x="984864" y="5257800"/>
            <a:ext cx="10255200" cy="748200"/>
          </a:xfrm>
          <a:prstGeom prst="rect">
            <a:avLst/>
          </a:prstGeom>
          <a:noFill/>
          <a:ln>
            <a:noFill/>
          </a:ln>
        </p:spPr>
        <p:txBody>
          <a:bodyPr anchorCtr="0" anchor="ctr" bIns="137150" lIns="91425" spcFirstLastPara="1" rIns="91425" wrap="square" tIns="45700">
            <a:normAutofit/>
          </a:bodyPr>
          <a:lstStyle>
            <a:lvl1pPr lvl="0" algn="r">
              <a:lnSpc>
                <a:spcPct val="100000"/>
              </a:lnSpc>
              <a:spcBef>
                <a:spcPts val="0"/>
              </a:spcBef>
              <a:spcAft>
                <a:spcPts val="0"/>
              </a:spcAft>
              <a:buClr>
                <a:schemeClr val="accent2"/>
              </a:buClr>
              <a:buSzPts val="1800"/>
              <a:buFont typeface="Oswald SemiBold"/>
              <a:buNone/>
              <a:defRPr sz="18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3" name="Google Shape;583;p88"/>
          <p:cNvSpPr txBox="1"/>
          <p:nvPr>
            <p:ph idx="1" type="body"/>
          </p:nvPr>
        </p:nvSpPr>
        <p:spPr>
          <a:xfrm>
            <a:off x="887413" y="1033272"/>
            <a:ext cx="9247200" cy="3257700"/>
          </a:xfrm>
          <a:prstGeom prst="rect">
            <a:avLst/>
          </a:prstGeom>
          <a:noFill/>
          <a:ln>
            <a:noFill/>
          </a:ln>
        </p:spPr>
        <p:txBody>
          <a:bodyPr anchorCtr="0" anchor="t" bIns="45700" lIns="91425" spcFirstLastPara="1" rIns="91425" wrap="square" tIns="45700">
            <a:normAutofit/>
          </a:bodyPr>
          <a:lstStyle>
            <a:lvl1pPr indent="-228600" lvl="0" marL="457200" algn="l">
              <a:lnSpc>
                <a:spcPct val="85000"/>
              </a:lnSpc>
              <a:spcBef>
                <a:spcPts val="1000"/>
              </a:spcBef>
              <a:spcAft>
                <a:spcPts val="0"/>
              </a:spcAft>
              <a:buClr>
                <a:schemeClr val="accent5"/>
              </a:buClr>
              <a:buSzPts val="5400"/>
              <a:buNone/>
              <a:defRPr sz="5400">
                <a:solidFill>
                  <a:schemeClr val="accent5"/>
                </a:solidFill>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4" name="Google Shape;584;p88"/>
          <p:cNvSpPr txBox="1"/>
          <p:nvPr>
            <p:ph idx="11" type="ftr"/>
          </p:nvPr>
        </p:nvSpPr>
        <p:spPr>
          <a:xfrm>
            <a:off x="605430" y="6029867"/>
            <a:ext cx="1911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accent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5" name="Google Shape;585;p88"/>
          <p:cNvSpPr txBox="1"/>
          <p:nvPr>
            <p:ph idx="10" type="dt"/>
          </p:nvPr>
        </p:nvSpPr>
        <p:spPr>
          <a:xfrm>
            <a:off x="10058400" y="6029868"/>
            <a:ext cx="11826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accent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6" name="Google Shape;586;p88"/>
          <p:cNvSpPr txBox="1"/>
          <p:nvPr>
            <p:ph idx="12" type="sldNum"/>
          </p:nvPr>
        </p:nvSpPr>
        <p:spPr>
          <a:xfrm>
            <a:off x="11233434" y="6029868"/>
            <a:ext cx="4293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accent5"/>
                </a:solidFill>
                <a:latin typeface="Open Sans Light"/>
                <a:ea typeface="Open Sans Light"/>
                <a:cs typeface="Open Sans Light"/>
                <a:sym typeface="Open Sans Light"/>
              </a:defRPr>
            </a:lvl1pPr>
            <a:lvl2pPr indent="0" lvl="1" marL="0" marR="0" algn="r">
              <a:spcBef>
                <a:spcPts val="0"/>
              </a:spcBef>
              <a:buNone/>
              <a:defRPr sz="900" cap="none">
                <a:solidFill>
                  <a:schemeClr val="accent5"/>
                </a:solidFill>
                <a:latin typeface="Open Sans Light"/>
                <a:ea typeface="Open Sans Light"/>
                <a:cs typeface="Open Sans Light"/>
                <a:sym typeface="Open Sans Light"/>
              </a:defRPr>
            </a:lvl2pPr>
            <a:lvl3pPr indent="0" lvl="2" marL="0" marR="0" algn="r">
              <a:spcBef>
                <a:spcPts val="0"/>
              </a:spcBef>
              <a:buNone/>
              <a:defRPr sz="900" cap="none">
                <a:solidFill>
                  <a:schemeClr val="accent5"/>
                </a:solidFill>
                <a:latin typeface="Open Sans Light"/>
                <a:ea typeface="Open Sans Light"/>
                <a:cs typeface="Open Sans Light"/>
                <a:sym typeface="Open Sans Light"/>
              </a:defRPr>
            </a:lvl3pPr>
            <a:lvl4pPr indent="0" lvl="3" marL="0" marR="0" algn="r">
              <a:spcBef>
                <a:spcPts val="0"/>
              </a:spcBef>
              <a:buNone/>
              <a:defRPr sz="900" cap="none">
                <a:solidFill>
                  <a:schemeClr val="accent5"/>
                </a:solidFill>
                <a:latin typeface="Open Sans Light"/>
                <a:ea typeface="Open Sans Light"/>
                <a:cs typeface="Open Sans Light"/>
                <a:sym typeface="Open Sans Light"/>
              </a:defRPr>
            </a:lvl4pPr>
            <a:lvl5pPr indent="0" lvl="4" marL="0" marR="0" algn="r">
              <a:spcBef>
                <a:spcPts val="0"/>
              </a:spcBef>
              <a:buNone/>
              <a:defRPr sz="900" cap="none">
                <a:solidFill>
                  <a:schemeClr val="accent5"/>
                </a:solidFill>
                <a:latin typeface="Open Sans Light"/>
                <a:ea typeface="Open Sans Light"/>
                <a:cs typeface="Open Sans Light"/>
                <a:sym typeface="Open Sans Light"/>
              </a:defRPr>
            </a:lvl5pPr>
            <a:lvl6pPr indent="0" lvl="5" marL="0" marR="0" algn="r">
              <a:spcBef>
                <a:spcPts val="0"/>
              </a:spcBef>
              <a:buNone/>
              <a:defRPr sz="900" cap="none">
                <a:solidFill>
                  <a:schemeClr val="accent5"/>
                </a:solidFill>
                <a:latin typeface="Open Sans Light"/>
                <a:ea typeface="Open Sans Light"/>
                <a:cs typeface="Open Sans Light"/>
                <a:sym typeface="Open Sans Light"/>
              </a:defRPr>
            </a:lvl6pPr>
            <a:lvl7pPr indent="0" lvl="6" marL="0" marR="0" algn="r">
              <a:spcBef>
                <a:spcPts val="0"/>
              </a:spcBef>
              <a:buNone/>
              <a:defRPr sz="900" cap="none">
                <a:solidFill>
                  <a:schemeClr val="accent5"/>
                </a:solidFill>
                <a:latin typeface="Open Sans Light"/>
                <a:ea typeface="Open Sans Light"/>
                <a:cs typeface="Open Sans Light"/>
                <a:sym typeface="Open Sans Light"/>
              </a:defRPr>
            </a:lvl7pPr>
            <a:lvl8pPr indent="0" lvl="7" marL="0" marR="0" algn="r">
              <a:spcBef>
                <a:spcPts val="0"/>
              </a:spcBef>
              <a:buNone/>
              <a:defRPr sz="900" cap="none">
                <a:solidFill>
                  <a:schemeClr val="accent5"/>
                </a:solidFill>
                <a:latin typeface="Open Sans Light"/>
                <a:ea typeface="Open Sans Light"/>
                <a:cs typeface="Open Sans Light"/>
                <a:sym typeface="Open Sans Light"/>
              </a:defRPr>
            </a:lvl8pPr>
            <a:lvl9pPr indent="0" lvl="8" marL="0" marR="0" algn="r">
              <a:spcBef>
                <a:spcPts val="0"/>
              </a:spcBef>
              <a:buNone/>
              <a:defRPr sz="900" cap="none">
                <a:solidFill>
                  <a:schemeClr val="accent5"/>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contenido" type="twoObj">
  <p:cSld name="TWO_OBJECTS">
    <p:spTree>
      <p:nvGrpSpPr>
        <p:cNvPr id="587" name="Shape 587"/>
        <p:cNvGrpSpPr/>
        <p:nvPr/>
      </p:nvGrpSpPr>
      <p:grpSpPr>
        <a:xfrm>
          <a:off x="0" y="0"/>
          <a:ext cx="0" cy="0"/>
          <a:chOff x="0" y="0"/>
          <a:chExt cx="0" cy="0"/>
        </a:xfrm>
      </p:grpSpPr>
      <p:sp>
        <p:nvSpPr>
          <p:cNvPr id="588" name="Google Shape;588;p89"/>
          <p:cNvSpPr txBox="1"/>
          <p:nvPr>
            <p:ph type="title"/>
          </p:nvPr>
        </p:nvSpPr>
        <p:spPr>
          <a:xfrm>
            <a:off x="603504" y="521185"/>
            <a:ext cx="10902600" cy="107070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9" name="Google Shape;589;p89"/>
          <p:cNvSpPr txBox="1"/>
          <p:nvPr>
            <p:ph idx="1" type="body"/>
          </p:nvPr>
        </p:nvSpPr>
        <p:spPr>
          <a:xfrm>
            <a:off x="605431" y="1756230"/>
            <a:ext cx="5181600" cy="40350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0" name="Google Shape;590;p89"/>
          <p:cNvSpPr txBox="1"/>
          <p:nvPr>
            <p:ph idx="2" type="body"/>
          </p:nvPr>
        </p:nvSpPr>
        <p:spPr>
          <a:xfrm>
            <a:off x="6324600" y="1756230"/>
            <a:ext cx="5181600" cy="40350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1" name="Google Shape;591;p89"/>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2" name="Google Shape;592;p89"/>
          <p:cNvSpPr txBox="1"/>
          <p:nvPr>
            <p:ph idx="10" type="dt"/>
          </p:nvPr>
        </p:nvSpPr>
        <p:spPr>
          <a:xfrm>
            <a:off x="10058400" y="6029868"/>
            <a:ext cx="1182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3" name="Google Shape;593;p89"/>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94" name="Shape 594"/>
        <p:cNvGrpSpPr/>
        <p:nvPr/>
      </p:nvGrpSpPr>
      <p:grpSpPr>
        <a:xfrm>
          <a:off x="0" y="0"/>
          <a:ext cx="0" cy="0"/>
          <a:chOff x="0" y="0"/>
          <a:chExt cx="0" cy="0"/>
        </a:xfrm>
      </p:grpSpPr>
      <p:sp>
        <p:nvSpPr>
          <p:cNvPr id="595" name="Google Shape;595;p90"/>
          <p:cNvSpPr txBox="1"/>
          <p:nvPr>
            <p:ph type="title"/>
          </p:nvPr>
        </p:nvSpPr>
        <p:spPr>
          <a:xfrm>
            <a:off x="603504" y="521206"/>
            <a:ext cx="10899600" cy="106980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6" name="Google Shape;596;p90"/>
          <p:cNvSpPr txBox="1"/>
          <p:nvPr>
            <p:ph idx="1" type="body"/>
          </p:nvPr>
        </p:nvSpPr>
        <p:spPr>
          <a:xfrm>
            <a:off x="605431" y="1631076"/>
            <a:ext cx="5157900" cy="709500"/>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800"/>
              <a:buNone/>
              <a:defRPr b="1" sz="1800" cap="none"/>
            </a:lvl1pPr>
            <a:lvl2pPr indent="-228600" lvl="1" marL="914400" algn="l">
              <a:lnSpc>
                <a:spcPct val="120000"/>
              </a:lnSpc>
              <a:spcBef>
                <a:spcPts val="500"/>
              </a:spcBef>
              <a:spcAft>
                <a:spcPts val="0"/>
              </a:spcAft>
              <a:buClr>
                <a:schemeClr val="dk2"/>
              </a:buClr>
              <a:buSzPts val="2000"/>
              <a:buNone/>
              <a:defRPr b="1" sz="2000"/>
            </a:lvl2pPr>
            <a:lvl3pPr indent="-228600" lvl="2" marL="1371600" algn="l">
              <a:lnSpc>
                <a:spcPct val="120000"/>
              </a:lnSpc>
              <a:spcBef>
                <a:spcPts val="500"/>
              </a:spcBef>
              <a:spcAft>
                <a:spcPts val="0"/>
              </a:spcAft>
              <a:buClr>
                <a:schemeClr val="dk2"/>
              </a:buClr>
              <a:buSzPts val="1800"/>
              <a:buNone/>
              <a:defRPr b="1" sz="1800"/>
            </a:lvl3pPr>
            <a:lvl4pPr indent="-228600" lvl="3" marL="1828800" algn="l">
              <a:lnSpc>
                <a:spcPct val="120000"/>
              </a:lnSpc>
              <a:spcBef>
                <a:spcPts val="500"/>
              </a:spcBef>
              <a:spcAft>
                <a:spcPts val="0"/>
              </a:spcAft>
              <a:buClr>
                <a:schemeClr val="dk2"/>
              </a:buClr>
              <a:buSzPts val="1600"/>
              <a:buNone/>
              <a:defRPr b="1" sz="1600"/>
            </a:lvl4pPr>
            <a:lvl5pPr indent="-228600" lvl="4" marL="2286000" algn="l">
              <a:lnSpc>
                <a:spcPct val="120000"/>
              </a:lnSpc>
              <a:spcBef>
                <a:spcPts val="500"/>
              </a:spcBef>
              <a:spcAft>
                <a:spcPts val="0"/>
              </a:spcAft>
              <a:buClr>
                <a:schemeClr val="dk2"/>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7" name="Google Shape;597;p90"/>
          <p:cNvSpPr txBox="1"/>
          <p:nvPr>
            <p:ph idx="2" type="body"/>
          </p:nvPr>
        </p:nvSpPr>
        <p:spPr>
          <a:xfrm>
            <a:off x="605431" y="2372146"/>
            <a:ext cx="5157900" cy="34953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8" name="Google Shape;598;p90"/>
          <p:cNvSpPr txBox="1"/>
          <p:nvPr>
            <p:ph idx="3" type="body"/>
          </p:nvPr>
        </p:nvSpPr>
        <p:spPr>
          <a:xfrm>
            <a:off x="6324600" y="1631076"/>
            <a:ext cx="5183100" cy="709500"/>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800"/>
              <a:buNone/>
              <a:defRPr b="1" sz="1800" cap="none"/>
            </a:lvl1pPr>
            <a:lvl2pPr indent="-228600" lvl="1" marL="914400" algn="l">
              <a:lnSpc>
                <a:spcPct val="120000"/>
              </a:lnSpc>
              <a:spcBef>
                <a:spcPts val="500"/>
              </a:spcBef>
              <a:spcAft>
                <a:spcPts val="0"/>
              </a:spcAft>
              <a:buClr>
                <a:schemeClr val="dk2"/>
              </a:buClr>
              <a:buSzPts val="2000"/>
              <a:buNone/>
              <a:defRPr b="1" sz="2000"/>
            </a:lvl2pPr>
            <a:lvl3pPr indent="-228600" lvl="2" marL="1371600" algn="l">
              <a:lnSpc>
                <a:spcPct val="120000"/>
              </a:lnSpc>
              <a:spcBef>
                <a:spcPts val="500"/>
              </a:spcBef>
              <a:spcAft>
                <a:spcPts val="0"/>
              </a:spcAft>
              <a:buClr>
                <a:schemeClr val="dk2"/>
              </a:buClr>
              <a:buSzPts val="1800"/>
              <a:buNone/>
              <a:defRPr b="1" sz="1800"/>
            </a:lvl3pPr>
            <a:lvl4pPr indent="-228600" lvl="3" marL="1828800" algn="l">
              <a:lnSpc>
                <a:spcPct val="120000"/>
              </a:lnSpc>
              <a:spcBef>
                <a:spcPts val="500"/>
              </a:spcBef>
              <a:spcAft>
                <a:spcPts val="0"/>
              </a:spcAft>
              <a:buClr>
                <a:schemeClr val="dk2"/>
              </a:buClr>
              <a:buSzPts val="1600"/>
              <a:buNone/>
              <a:defRPr b="1" sz="1600"/>
            </a:lvl4pPr>
            <a:lvl5pPr indent="-228600" lvl="4" marL="2286000" algn="l">
              <a:lnSpc>
                <a:spcPct val="120000"/>
              </a:lnSpc>
              <a:spcBef>
                <a:spcPts val="500"/>
              </a:spcBef>
              <a:spcAft>
                <a:spcPts val="0"/>
              </a:spcAft>
              <a:buClr>
                <a:schemeClr val="dk2"/>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9" name="Google Shape;599;p90"/>
          <p:cNvSpPr txBox="1"/>
          <p:nvPr>
            <p:ph idx="4" type="body"/>
          </p:nvPr>
        </p:nvSpPr>
        <p:spPr>
          <a:xfrm>
            <a:off x="6324600" y="2372146"/>
            <a:ext cx="5183100" cy="34953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2"/>
              </a:buClr>
              <a:buSzPts val="1800"/>
              <a:buChar char="•"/>
              <a:defRPr/>
            </a:lvl1pPr>
            <a:lvl2pPr indent="-342900" lvl="1" marL="914400" algn="l">
              <a:lnSpc>
                <a:spcPct val="120000"/>
              </a:lnSpc>
              <a:spcBef>
                <a:spcPts val="500"/>
              </a:spcBef>
              <a:spcAft>
                <a:spcPts val="0"/>
              </a:spcAft>
              <a:buClr>
                <a:schemeClr val="dk2"/>
              </a:buClr>
              <a:buSzPts val="1800"/>
              <a:buChar char="•"/>
              <a:defRPr/>
            </a:lvl2pPr>
            <a:lvl3pPr indent="-342900" lvl="2" marL="1371600" algn="l">
              <a:lnSpc>
                <a:spcPct val="120000"/>
              </a:lnSpc>
              <a:spcBef>
                <a:spcPts val="500"/>
              </a:spcBef>
              <a:spcAft>
                <a:spcPts val="0"/>
              </a:spcAft>
              <a:buClr>
                <a:schemeClr val="dk2"/>
              </a:buClr>
              <a:buSzPts val="1800"/>
              <a:buChar char="•"/>
              <a:defRPr/>
            </a:lvl3pPr>
            <a:lvl4pPr indent="-342900" lvl="3" marL="1828800" algn="l">
              <a:lnSpc>
                <a:spcPct val="120000"/>
              </a:lnSpc>
              <a:spcBef>
                <a:spcPts val="500"/>
              </a:spcBef>
              <a:spcAft>
                <a:spcPts val="0"/>
              </a:spcAft>
              <a:buClr>
                <a:schemeClr val="dk2"/>
              </a:buClr>
              <a:buSzPts val="1800"/>
              <a:buChar char="•"/>
              <a:defRPr/>
            </a:lvl4pPr>
            <a:lvl5pPr indent="-342900" lvl="4" marL="2286000" algn="l">
              <a:lnSpc>
                <a:spcPct val="12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0" name="Google Shape;600;p90"/>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1" name="Google Shape;601;p90"/>
          <p:cNvSpPr txBox="1"/>
          <p:nvPr>
            <p:ph idx="10" type="dt"/>
          </p:nvPr>
        </p:nvSpPr>
        <p:spPr>
          <a:xfrm>
            <a:off x="10058400" y="6029868"/>
            <a:ext cx="1182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2" name="Google Shape;602;p90"/>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03" name="Shape 603"/>
        <p:cNvGrpSpPr/>
        <p:nvPr/>
      </p:nvGrpSpPr>
      <p:grpSpPr>
        <a:xfrm>
          <a:off x="0" y="0"/>
          <a:ext cx="0" cy="0"/>
          <a:chOff x="0" y="0"/>
          <a:chExt cx="0" cy="0"/>
        </a:xfrm>
      </p:grpSpPr>
      <p:sp>
        <p:nvSpPr>
          <p:cNvPr id="604" name="Google Shape;604;p91"/>
          <p:cNvSpPr txBox="1"/>
          <p:nvPr>
            <p:ph type="title"/>
          </p:nvPr>
        </p:nvSpPr>
        <p:spPr>
          <a:xfrm>
            <a:off x="603504" y="265176"/>
            <a:ext cx="11028900" cy="132600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5" name="Google Shape;605;p91"/>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6" name="Google Shape;606;p91"/>
          <p:cNvSpPr txBox="1"/>
          <p:nvPr>
            <p:ph idx="10" type="dt"/>
          </p:nvPr>
        </p:nvSpPr>
        <p:spPr>
          <a:xfrm>
            <a:off x="10058400" y="6029868"/>
            <a:ext cx="1182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7" name="Google Shape;607;p91"/>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acío" type="blank">
  <p:cSld name="BLANK">
    <p:spTree>
      <p:nvGrpSpPr>
        <p:cNvPr id="608" name="Shape 608"/>
        <p:cNvGrpSpPr/>
        <p:nvPr/>
      </p:nvGrpSpPr>
      <p:grpSpPr>
        <a:xfrm>
          <a:off x="0" y="0"/>
          <a:ext cx="0" cy="0"/>
          <a:chOff x="0" y="0"/>
          <a:chExt cx="0" cy="0"/>
        </a:xfrm>
      </p:grpSpPr>
      <p:sp>
        <p:nvSpPr>
          <p:cNvPr id="609" name="Google Shape;609;p92"/>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0" name="Google Shape;610;p92"/>
          <p:cNvSpPr txBox="1"/>
          <p:nvPr>
            <p:ph idx="10" type="dt"/>
          </p:nvPr>
        </p:nvSpPr>
        <p:spPr>
          <a:xfrm>
            <a:off x="10058400" y="6029868"/>
            <a:ext cx="1182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1" name="Google Shape;611;p92"/>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12" name="Shape 612"/>
        <p:cNvGrpSpPr/>
        <p:nvPr/>
      </p:nvGrpSpPr>
      <p:grpSpPr>
        <a:xfrm>
          <a:off x="0" y="0"/>
          <a:ext cx="0" cy="0"/>
          <a:chOff x="0" y="0"/>
          <a:chExt cx="0" cy="0"/>
        </a:xfrm>
      </p:grpSpPr>
      <p:sp>
        <p:nvSpPr>
          <p:cNvPr id="613" name="Google Shape;613;p93"/>
          <p:cNvSpPr txBox="1"/>
          <p:nvPr>
            <p:ph type="title"/>
          </p:nvPr>
        </p:nvSpPr>
        <p:spPr>
          <a:xfrm>
            <a:off x="605431" y="932688"/>
            <a:ext cx="4195200" cy="1124700"/>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4" name="Google Shape;614;p93"/>
          <p:cNvSpPr txBox="1"/>
          <p:nvPr>
            <p:ph idx="1" type="body"/>
          </p:nvPr>
        </p:nvSpPr>
        <p:spPr>
          <a:xfrm>
            <a:off x="605431" y="2057400"/>
            <a:ext cx="41952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600"/>
              <a:buNone/>
              <a:defRPr sz="1600"/>
            </a:lvl1pPr>
            <a:lvl2pPr indent="-228600" lvl="1" marL="914400" algn="l">
              <a:lnSpc>
                <a:spcPct val="120000"/>
              </a:lnSpc>
              <a:spcBef>
                <a:spcPts val="500"/>
              </a:spcBef>
              <a:spcAft>
                <a:spcPts val="0"/>
              </a:spcAft>
              <a:buClr>
                <a:schemeClr val="dk2"/>
              </a:buClr>
              <a:buSzPts val="1400"/>
              <a:buNone/>
              <a:defRPr sz="1400"/>
            </a:lvl2pPr>
            <a:lvl3pPr indent="-228600" lvl="2" marL="1371600" algn="l">
              <a:lnSpc>
                <a:spcPct val="120000"/>
              </a:lnSpc>
              <a:spcBef>
                <a:spcPts val="500"/>
              </a:spcBef>
              <a:spcAft>
                <a:spcPts val="0"/>
              </a:spcAft>
              <a:buClr>
                <a:schemeClr val="dk2"/>
              </a:buClr>
              <a:buSzPts val="1200"/>
              <a:buNone/>
              <a:defRPr sz="1200"/>
            </a:lvl3pPr>
            <a:lvl4pPr indent="-228600" lvl="3" marL="1828800" algn="l">
              <a:lnSpc>
                <a:spcPct val="120000"/>
              </a:lnSpc>
              <a:spcBef>
                <a:spcPts val="500"/>
              </a:spcBef>
              <a:spcAft>
                <a:spcPts val="0"/>
              </a:spcAft>
              <a:buClr>
                <a:schemeClr val="dk2"/>
              </a:buClr>
              <a:buSzPts val="1000"/>
              <a:buNone/>
              <a:defRPr sz="1000"/>
            </a:lvl4pPr>
            <a:lvl5pPr indent="-228600" lvl="4" marL="2286000" algn="l">
              <a:lnSpc>
                <a:spcPct val="120000"/>
              </a:lnSpc>
              <a:spcBef>
                <a:spcPts val="500"/>
              </a:spcBef>
              <a:spcAft>
                <a:spcPts val="0"/>
              </a:spcAft>
              <a:buClr>
                <a:schemeClr val="dk2"/>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5" name="Google Shape;615;p93"/>
          <p:cNvSpPr txBox="1"/>
          <p:nvPr>
            <p:ph idx="2" type="body"/>
          </p:nvPr>
        </p:nvSpPr>
        <p:spPr>
          <a:xfrm>
            <a:off x="5486400" y="903515"/>
            <a:ext cx="6019800" cy="4957500"/>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dk2"/>
              </a:buClr>
              <a:buSzPts val="1400"/>
              <a:buChar char="•"/>
              <a:defRPr/>
            </a:lvl1pPr>
            <a:lvl2pPr indent="-317500" lvl="1" marL="914400" algn="l">
              <a:lnSpc>
                <a:spcPct val="120000"/>
              </a:lnSpc>
              <a:spcBef>
                <a:spcPts val="500"/>
              </a:spcBef>
              <a:spcAft>
                <a:spcPts val="0"/>
              </a:spcAft>
              <a:buClr>
                <a:schemeClr val="dk2"/>
              </a:buClr>
              <a:buSzPts val="1400"/>
              <a:buChar char="•"/>
              <a:defRPr/>
            </a:lvl2pPr>
            <a:lvl3pPr indent="-317500" lvl="2" marL="1371600" algn="l">
              <a:lnSpc>
                <a:spcPct val="120000"/>
              </a:lnSpc>
              <a:spcBef>
                <a:spcPts val="500"/>
              </a:spcBef>
              <a:spcAft>
                <a:spcPts val="0"/>
              </a:spcAft>
              <a:buClr>
                <a:schemeClr val="dk2"/>
              </a:buClr>
              <a:buSzPts val="1400"/>
              <a:buChar char="•"/>
              <a:defRPr/>
            </a:lvl3pPr>
            <a:lvl4pPr indent="-304800" lvl="3" marL="1828800" algn="l">
              <a:lnSpc>
                <a:spcPct val="120000"/>
              </a:lnSpc>
              <a:spcBef>
                <a:spcPts val="500"/>
              </a:spcBef>
              <a:spcAft>
                <a:spcPts val="0"/>
              </a:spcAft>
              <a:buClr>
                <a:schemeClr val="dk2"/>
              </a:buClr>
              <a:buSzPts val="1200"/>
              <a:buChar char="•"/>
              <a:defRPr/>
            </a:lvl4pPr>
            <a:lvl5pPr indent="-304800" lvl="4" marL="2286000" algn="l">
              <a:lnSpc>
                <a:spcPct val="120000"/>
              </a:lnSpc>
              <a:spcBef>
                <a:spcPts val="500"/>
              </a:spcBef>
              <a:spcAft>
                <a:spcPts val="0"/>
              </a:spcAft>
              <a:buClr>
                <a:schemeClr val="dk2"/>
              </a:buClr>
              <a:buSzPts val="12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6" name="Google Shape;616;p93"/>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7" name="Google Shape;617;p93"/>
          <p:cNvSpPr txBox="1"/>
          <p:nvPr>
            <p:ph idx="10" type="dt"/>
          </p:nvPr>
        </p:nvSpPr>
        <p:spPr>
          <a:xfrm>
            <a:off x="10058400" y="6029868"/>
            <a:ext cx="1182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8" name="Google Shape;618;p93"/>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leyenda" type="picTx">
  <p:cSld name="PICTURE_WITH_CAPTION_TEXT">
    <p:spTree>
      <p:nvGrpSpPr>
        <p:cNvPr id="619" name="Shape 619"/>
        <p:cNvGrpSpPr/>
        <p:nvPr/>
      </p:nvGrpSpPr>
      <p:grpSpPr>
        <a:xfrm>
          <a:off x="0" y="0"/>
          <a:ext cx="0" cy="0"/>
          <a:chOff x="0" y="0"/>
          <a:chExt cx="0" cy="0"/>
        </a:xfrm>
      </p:grpSpPr>
      <p:sp>
        <p:nvSpPr>
          <p:cNvPr id="620" name="Google Shape;620;p94"/>
          <p:cNvSpPr txBox="1"/>
          <p:nvPr>
            <p:ph type="title"/>
          </p:nvPr>
        </p:nvSpPr>
        <p:spPr>
          <a:xfrm>
            <a:off x="605432" y="228599"/>
            <a:ext cx="3658500" cy="1742100"/>
          </a:xfrm>
          <a:prstGeom prst="rect">
            <a:avLst/>
          </a:prstGeom>
          <a:noFill/>
          <a:ln>
            <a:noFill/>
          </a:ln>
        </p:spPr>
        <p:txBody>
          <a:bodyPr anchorCtr="0" anchor="b" bIns="137150" lIns="91425" spcFirstLastPara="1" rIns="91425" wrap="square" tIns="45700">
            <a:normAutofit/>
          </a:bodyPr>
          <a:lstStyle>
            <a:lvl1pPr lvl="0" algn="l">
              <a:lnSpc>
                <a:spcPct val="100000"/>
              </a:lnSpc>
              <a:spcBef>
                <a:spcPts val="0"/>
              </a:spcBef>
              <a:spcAft>
                <a:spcPts val="0"/>
              </a:spcAft>
              <a:buClr>
                <a:schemeClr val="accent5"/>
              </a:buClr>
              <a:buSzPts val="2800"/>
              <a:buFont typeface="Oswald SemiBold"/>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1" name="Google Shape;621;p94"/>
          <p:cNvSpPr txBox="1"/>
          <p:nvPr>
            <p:ph idx="1" type="body"/>
          </p:nvPr>
        </p:nvSpPr>
        <p:spPr>
          <a:xfrm>
            <a:off x="1371600" y="2337134"/>
            <a:ext cx="2892300" cy="3331200"/>
          </a:xfrm>
          <a:prstGeom prst="rect">
            <a:avLst/>
          </a:prstGeom>
          <a:noFill/>
          <a:ln>
            <a:noFill/>
          </a:ln>
        </p:spPr>
        <p:txBody>
          <a:bodyPr anchorCtr="0" anchor="b" bIns="45700" lIns="91425" spcFirstLastPara="1" rIns="91425" wrap="square" tIns="45700">
            <a:normAutofit/>
          </a:bodyPr>
          <a:lstStyle>
            <a:lvl1pPr indent="-228600" lvl="0" marL="457200" algn="r">
              <a:lnSpc>
                <a:spcPct val="120000"/>
              </a:lnSpc>
              <a:spcBef>
                <a:spcPts val="1000"/>
              </a:spcBef>
              <a:spcAft>
                <a:spcPts val="0"/>
              </a:spcAft>
              <a:buClr>
                <a:schemeClr val="dk2"/>
              </a:buClr>
              <a:buSzPts val="1600"/>
              <a:buNone/>
              <a:defRPr sz="1600"/>
            </a:lvl1pPr>
            <a:lvl2pPr indent="-228600" lvl="1" marL="914400" algn="l">
              <a:lnSpc>
                <a:spcPct val="120000"/>
              </a:lnSpc>
              <a:spcBef>
                <a:spcPts val="500"/>
              </a:spcBef>
              <a:spcAft>
                <a:spcPts val="0"/>
              </a:spcAft>
              <a:buClr>
                <a:schemeClr val="dk2"/>
              </a:buClr>
              <a:buSzPts val="1400"/>
              <a:buNone/>
              <a:defRPr sz="1400"/>
            </a:lvl2pPr>
            <a:lvl3pPr indent="-228600" lvl="2" marL="1371600" algn="l">
              <a:lnSpc>
                <a:spcPct val="120000"/>
              </a:lnSpc>
              <a:spcBef>
                <a:spcPts val="500"/>
              </a:spcBef>
              <a:spcAft>
                <a:spcPts val="0"/>
              </a:spcAft>
              <a:buClr>
                <a:schemeClr val="dk2"/>
              </a:buClr>
              <a:buSzPts val="1200"/>
              <a:buNone/>
              <a:defRPr sz="1200"/>
            </a:lvl3pPr>
            <a:lvl4pPr indent="-228600" lvl="3" marL="1828800" algn="l">
              <a:lnSpc>
                <a:spcPct val="120000"/>
              </a:lnSpc>
              <a:spcBef>
                <a:spcPts val="500"/>
              </a:spcBef>
              <a:spcAft>
                <a:spcPts val="0"/>
              </a:spcAft>
              <a:buClr>
                <a:schemeClr val="dk2"/>
              </a:buClr>
              <a:buSzPts val="1000"/>
              <a:buNone/>
              <a:defRPr sz="1000"/>
            </a:lvl4pPr>
            <a:lvl5pPr indent="-228600" lvl="4" marL="2286000" algn="l">
              <a:lnSpc>
                <a:spcPct val="120000"/>
              </a:lnSpc>
              <a:spcBef>
                <a:spcPts val="500"/>
              </a:spcBef>
              <a:spcAft>
                <a:spcPts val="0"/>
              </a:spcAft>
              <a:buClr>
                <a:schemeClr val="dk2"/>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pic>
        <p:nvPicPr>
          <p:cNvPr id="622" name="Google Shape;622;p94"/>
          <p:cNvPicPr preferRelativeResize="0"/>
          <p:nvPr>
            <p:ph idx="2" type="pic"/>
          </p:nvPr>
        </p:nvPicPr>
        <p:blipFill/>
        <p:spPr>
          <a:xfrm>
            <a:off x="4800600" y="685800"/>
            <a:ext cx="6705600" cy="4876800"/>
          </a:xfrm>
          <a:prstGeom prst="rect">
            <a:avLst/>
          </a:prstGeom>
          <a:blipFill rotWithShape="1">
            <a:blip r:embed="rId2">
              <a:alphaModFix amt="70000"/>
            </a:blip>
            <a:stretch>
              <a:fillRect b="0" l="0" r="0" t="0"/>
            </a:stretch>
          </a:blipFill>
          <a:ln>
            <a:noFill/>
          </a:ln>
        </p:spPr>
      </p:pic>
      <p:sp>
        <p:nvSpPr>
          <p:cNvPr id="623" name="Google Shape;623;p94"/>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4" name="Google Shape;624;p94"/>
          <p:cNvSpPr txBox="1"/>
          <p:nvPr>
            <p:ph idx="10" type="dt"/>
          </p:nvPr>
        </p:nvSpPr>
        <p:spPr>
          <a:xfrm>
            <a:off x="10058400" y="6029868"/>
            <a:ext cx="1182600" cy="365100"/>
          </a:xfrm>
          <a:prstGeom prst="rect">
            <a:avLst/>
          </a:prstGeom>
          <a:solidFill>
            <a:schemeClr val="lt1"/>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5" name="Google Shape;625;p94"/>
          <p:cNvSpPr txBox="1"/>
          <p:nvPr>
            <p:ph idx="12" type="sldNum"/>
          </p:nvPr>
        </p:nvSpPr>
        <p:spPr>
          <a:xfrm>
            <a:off x="11237976"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ón" showMasterSp="0">
  <p:cSld name="Conclusión">
    <p:spTree>
      <p:nvGrpSpPr>
        <p:cNvPr id="626" name="Shape 626"/>
        <p:cNvGrpSpPr/>
        <p:nvPr/>
      </p:nvGrpSpPr>
      <p:grpSpPr>
        <a:xfrm>
          <a:off x="0" y="0"/>
          <a:ext cx="0" cy="0"/>
          <a:chOff x="0" y="0"/>
          <a:chExt cx="0" cy="0"/>
        </a:xfrm>
      </p:grpSpPr>
      <p:sp>
        <p:nvSpPr>
          <p:cNvPr id="627" name="Google Shape;627;p95"/>
          <p:cNvSpPr/>
          <p:nvPr/>
        </p:nvSpPr>
        <p:spPr>
          <a:xfrm>
            <a:off x="0" y="0"/>
            <a:ext cx="12192000" cy="6858000"/>
          </a:xfrm>
          <a:prstGeom prst="rect">
            <a:avLst/>
          </a:prstGeom>
          <a:solidFill>
            <a:srgbClr val="D7D5C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628" name="Google Shape;628;p95"/>
          <p:cNvSpPr/>
          <p:nvPr/>
        </p:nvSpPr>
        <p:spPr>
          <a:xfrm>
            <a:off x="2057400" y="3084659"/>
            <a:ext cx="10134000" cy="3773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1"/>
              </a:solidFill>
              <a:latin typeface="Open Sans Light"/>
              <a:ea typeface="Open Sans Light"/>
              <a:cs typeface="Open Sans Light"/>
              <a:sym typeface="Open Sans Light"/>
            </a:endParaRPr>
          </a:p>
        </p:txBody>
      </p:sp>
      <p:sp>
        <p:nvSpPr>
          <p:cNvPr id="629" name="Google Shape;629;p95"/>
          <p:cNvSpPr txBox="1"/>
          <p:nvPr>
            <p:ph type="title"/>
          </p:nvPr>
        </p:nvSpPr>
        <p:spPr>
          <a:xfrm>
            <a:off x="146306" y="182881"/>
            <a:ext cx="8616600" cy="1874400"/>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2"/>
              </a:buClr>
              <a:buSzPts val="9600"/>
              <a:buFont typeface="Oswald SemiBold"/>
              <a:buNone/>
              <a:defRPr sz="96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0" name="Google Shape;630;p95"/>
          <p:cNvSpPr txBox="1"/>
          <p:nvPr>
            <p:ph idx="11" type="ftr"/>
          </p:nvPr>
        </p:nvSpPr>
        <p:spPr>
          <a:xfrm>
            <a:off x="9753600" y="617923"/>
            <a:ext cx="1866900" cy="4620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1" name="Google Shape;631;p95"/>
          <p:cNvSpPr txBox="1"/>
          <p:nvPr>
            <p:ph idx="1" type="body"/>
          </p:nvPr>
        </p:nvSpPr>
        <p:spPr>
          <a:xfrm>
            <a:off x="2595846" y="3544866"/>
            <a:ext cx="8990700" cy="24468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800"/>
              <a:buFont typeface="Arial"/>
              <a:buNone/>
              <a:defRPr sz="1800"/>
            </a:lvl1pPr>
            <a:lvl2pPr indent="-228600" lvl="1" marL="914400" algn="l">
              <a:lnSpc>
                <a:spcPct val="120000"/>
              </a:lnSpc>
              <a:spcBef>
                <a:spcPts val="500"/>
              </a:spcBef>
              <a:spcAft>
                <a:spcPts val="0"/>
              </a:spcAft>
              <a:buClr>
                <a:schemeClr val="dk2"/>
              </a:buClr>
              <a:buSzPts val="1600"/>
              <a:buFont typeface="Arial"/>
              <a:buNone/>
              <a:defRPr sz="1600"/>
            </a:lvl2pPr>
            <a:lvl3pPr indent="-228600" lvl="2" marL="1371600" algn="l">
              <a:lnSpc>
                <a:spcPct val="120000"/>
              </a:lnSpc>
              <a:spcBef>
                <a:spcPts val="500"/>
              </a:spcBef>
              <a:spcAft>
                <a:spcPts val="0"/>
              </a:spcAft>
              <a:buClr>
                <a:schemeClr val="dk2"/>
              </a:buClr>
              <a:buSzPts val="1400"/>
              <a:buFont typeface="Arial"/>
              <a:buNone/>
              <a:defRPr sz="1400"/>
            </a:lvl3pPr>
            <a:lvl4pPr indent="-228600" lvl="3" marL="1828800" algn="l">
              <a:lnSpc>
                <a:spcPct val="120000"/>
              </a:lnSpc>
              <a:spcBef>
                <a:spcPts val="500"/>
              </a:spcBef>
              <a:spcAft>
                <a:spcPts val="0"/>
              </a:spcAft>
              <a:buClr>
                <a:schemeClr val="dk2"/>
              </a:buClr>
              <a:buSzPts val="1200"/>
              <a:buFont typeface="Arial"/>
              <a:buNone/>
              <a:defRPr sz="1200"/>
            </a:lvl4pPr>
            <a:lvl5pPr indent="-228600" lvl="4" marL="2286000" algn="l">
              <a:lnSpc>
                <a:spcPct val="120000"/>
              </a:lnSpc>
              <a:spcBef>
                <a:spcPts val="500"/>
              </a:spcBef>
              <a:spcAft>
                <a:spcPts val="0"/>
              </a:spcAft>
              <a:buClr>
                <a:schemeClr val="dk2"/>
              </a:buClr>
              <a:buSzPts val="1200"/>
              <a:buFont typeface="Arial"/>
              <a:buNone/>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2" name="Google Shape;632;p95"/>
          <p:cNvSpPr txBox="1"/>
          <p:nvPr>
            <p:ph idx="10" type="dt"/>
          </p:nvPr>
        </p:nvSpPr>
        <p:spPr>
          <a:xfrm>
            <a:off x="2595846" y="6024816"/>
            <a:ext cx="1809600" cy="365100"/>
          </a:xfrm>
          <a:prstGeom prst="rect">
            <a:avLst/>
          </a:prstGeom>
          <a:solidFill>
            <a:schemeClr val="lt2"/>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3" name="Google Shape;633;p95"/>
          <p:cNvSpPr txBox="1"/>
          <p:nvPr>
            <p:ph idx="12" type="sldNum"/>
          </p:nvPr>
        </p:nvSpPr>
        <p:spPr>
          <a:xfrm>
            <a:off x="11233434" y="6029868"/>
            <a:ext cx="429300" cy="365100"/>
          </a:xfrm>
          <a:prstGeom prst="rect">
            <a:avLst/>
          </a:prstGeom>
          <a:solidFill>
            <a:schemeClr val="lt2"/>
          </a:solid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ón 2" showMasterSp="0">
  <p:cSld name="Conclusión 2">
    <p:spTree>
      <p:nvGrpSpPr>
        <p:cNvPr id="634" name="Shape 634"/>
        <p:cNvGrpSpPr/>
        <p:nvPr/>
      </p:nvGrpSpPr>
      <p:grpSpPr>
        <a:xfrm>
          <a:off x="0" y="0"/>
          <a:ext cx="0" cy="0"/>
          <a:chOff x="0" y="0"/>
          <a:chExt cx="0" cy="0"/>
        </a:xfrm>
      </p:grpSpPr>
      <p:sp>
        <p:nvSpPr>
          <p:cNvPr id="635" name="Google Shape;635;p96"/>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636" name="Google Shape;636;p96"/>
          <p:cNvSpPr/>
          <p:nvPr/>
        </p:nvSpPr>
        <p:spPr>
          <a:xfrm>
            <a:off x="0" y="0"/>
            <a:ext cx="8436000" cy="2057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cxnSp>
        <p:nvCxnSpPr>
          <p:cNvPr id="637" name="Google Shape;637;p96"/>
          <p:cNvCxnSpPr/>
          <p:nvPr/>
        </p:nvCxnSpPr>
        <p:spPr>
          <a:xfrm>
            <a:off x="685800" y="4564627"/>
            <a:ext cx="5067900" cy="0"/>
          </a:xfrm>
          <a:prstGeom prst="straightConnector1">
            <a:avLst/>
          </a:prstGeom>
          <a:noFill/>
          <a:ln cap="flat" cmpd="sng" w="12700">
            <a:solidFill>
              <a:schemeClr val="dk2">
                <a:alpha val="50199"/>
              </a:schemeClr>
            </a:solidFill>
            <a:prstDash val="solid"/>
            <a:miter lim="800000"/>
            <a:headEnd len="sm" w="sm" type="none"/>
            <a:tailEnd len="sm" w="sm" type="none"/>
          </a:ln>
        </p:spPr>
      </p:cxnSp>
      <p:sp>
        <p:nvSpPr>
          <p:cNvPr id="638" name="Google Shape;638;p96"/>
          <p:cNvSpPr txBox="1"/>
          <p:nvPr>
            <p:ph type="title"/>
          </p:nvPr>
        </p:nvSpPr>
        <p:spPr>
          <a:xfrm>
            <a:off x="373625" y="530940"/>
            <a:ext cx="7703700" cy="1308300"/>
          </a:xfrm>
          <a:prstGeom prst="rect">
            <a:avLst/>
          </a:prstGeom>
          <a:noFill/>
          <a:ln>
            <a:noFill/>
          </a:ln>
        </p:spPr>
        <p:txBody>
          <a:bodyPr anchorCtr="0" anchor="t" bIns="137150" lIns="91425" spcFirstLastPara="1" rIns="91425" wrap="square" tIns="45700">
            <a:normAutofit/>
          </a:bodyPr>
          <a:lstStyle>
            <a:lvl1pPr lvl="0" algn="l">
              <a:lnSpc>
                <a:spcPct val="100000"/>
              </a:lnSpc>
              <a:spcBef>
                <a:spcPts val="0"/>
              </a:spcBef>
              <a:spcAft>
                <a:spcPts val="0"/>
              </a:spcAft>
              <a:buClr>
                <a:schemeClr val="accent2"/>
              </a:buClr>
              <a:buSzPts val="8000"/>
              <a:buFont typeface="Oswald SemiBold"/>
              <a:buNone/>
              <a:defRPr sz="80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9" name="Google Shape;639;p96"/>
          <p:cNvSpPr txBox="1"/>
          <p:nvPr>
            <p:ph idx="1" type="body"/>
          </p:nvPr>
        </p:nvSpPr>
        <p:spPr>
          <a:xfrm>
            <a:off x="6037005" y="3571531"/>
            <a:ext cx="5009400" cy="1987800"/>
          </a:xfrm>
          <a:prstGeom prst="rect">
            <a:avLst/>
          </a:prstGeom>
          <a:noFill/>
          <a:ln>
            <a:noFill/>
          </a:ln>
        </p:spPr>
        <p:txBody>
          <a:bodyPr anchorCtr="0" anchor="ctr" bIns="45700" lIns="91425" spcFirstLastPara="1" rIns="91425" wrap="square" tIns="45700">
            <a:normAutofit/>
          </a:bodyPr>
          <a:lstStyle>
            <a:lvl1pPr indent="-228600" lvl="0" marL="457200" algn="l">
              <a:lnSpc>
                <a:spcPct val="120000"/>
              </a:lnSpc>
              <a:spcBef>
                <a:spcPts val="1000"/>
              </a:spcBef>
              <a:spcAft>
                <a:spcPts val="0"/>
              </a:spcAft>
              <a:buClr>
                <a:schemeClr val="dk2"/>
              </a:buClr>
              <a:buSzPts val="1800"/>
              <a:buFont typeface="Arial"/>
              <a:buNone/>
              <a:defRPr sz="1800"/>
            </a:lvl1pPr>
            <a:lvl2pPr indent="-228600" lvl="1" marL="914400" algn="l">
              <a:lnSpc>
                <a:spcPct val="120000"/>
              </a:lnSpc>
              <a:spcBef>
                <a:spcPts val="500"/>
              </a:spcBef>
              <a:spcAft>
                <a:spcPts val="0"/>
              </a:spcAft>
              <a:buClr>
                <a:schemeClr val="dk2"/>
              </a:buClr>
              <a:buSzPts val="1600"/>
              <a:buFont typeface="Arial"/>
              <a:buNone/>
              <a:defRPr sz="1600"/>
            </a:lvl2pPr>
            <a:lvl3pPr indent="-228600" lvl="2" marL="1371600" algn="l">
              <a:lnSpc>
                <a:spcPct val="120000"/>
              </a:lnSpc>
              <a:spcBef>
                <a:spcPts val="500"/>
              </a:spcBef>
              <a:spcAft>
                <a:spcPts val="0"/>
              </a:spcAft>
              <a:buClr>
                <a:schemeClr val="dk2"/>
              </a:buClr>
              <a:buSzPts val="1400"/>
              <a:buFont typeface="Arial"/>
              <a:buNone/>
              <a:defRPr sz="1400"/>
            </a:lvl3pPr>
            <a:lvl4pPr indent="-228600" lvl="3" marL="1828800" algn="l">
              <a:lnSpc>
                <a:spcPct val="120000"/>
              </a:lnSpc>
              <a:spcBef>
                <a:spcPts val="500"/>
              </a:spcBef>
              <a:spcAft>
                <a:spcPts val="0"/>
              </a:spcAft>
              <a:buClr>
                <a:schemeClr val="dk2"/>
              </a:buClr>
              <a:buSzPts val="1200"/>
              <a:buFont typeface="Arial"/>
              <a:buNone/>
              <a:defRPr sz="1200"/>
            </a:lvl4pPr>
            <a:lvl5pPr indent="-228600" lvl="4" marL="2286000" algn="l">
              <a:lnSpc>
                <a:spcPct val="120000"/>
              </a:lnSpc>
              <a:spcBef>
                <a:spcPts val="500"/>
              </a:spcBef>
              <a:spcAft>
                <a:spcPts val="0"/>
              </a:spcAft>
              <a:buClr>
                <a:schemeClr val="dk2"/>
              </a:buClr>
              <a:buSzPts val="1200"/>
              <a:buFont typeface="Arial"/>
              <a:buNone/>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0" name="Google Shape;640;p96"/>
          <p:cNvSpPr txBox="1"/>
          <p:nvPr>
            <p:ph idx="11" type="ftr"/>
          </p:nvPr>
        </p:nvSpPr>
        <p:spPr>
          <a:xfrm>
            <a:off x="605430" y="6029867"/>
            <a:ext cx="1911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1"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1" name="Google Shape;641;p96"/>
          <p:cNvSpPr txBox="1"/>
          <p:nvPr>
            <p:ph idx="10" type="dt"/>
          </p:nvPr>
        </p:nvSpPr>
        <p:spPr>
          <a:xfrm>
            <a:off x="9799320" y="6029867"/>
            <a:ext cx="14418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2" name="Google Shape;642;p96"/>
          <p:cNvSpPr txBox="1"/>
          <p:nvPr>
            <p:ph idx="12" type="sldNum"/>
          </p:nvPr>
        </p:nvSpPr>
        <p:spPr>
          <a:xfrm>
            <a:off x="11233434" y="6029868"/>
            <a:ext cx="4293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principal">
  <p:cSld name="PORTADA principal">
    <p:bg>
      <p:bgPr>
        <a:blipFill>
          <a:blip r:embed="rId2">
            <a:alphaModFix/>
          </a:blip>
          <a:stretch>
            <a:fillRect/>
          </a:stretch>
        </a:blipFill>
      </p:bgPr>
    </p:bg>
    <p:spTree>
      <p:nvGrpSpPr>
        <p:cNvPr id="643" name="Shape 643"/>
        <p:cNvGrpSpPr/>
        <p:nvPr/>
      </p:nvGrpSpPr>
      <p:grpSpPr>
        <a:xfrm>
          <a:off x="0" y="0"/>
          <a:ext cx="0" cy="0"/>
          <a:chOff x="0" y="0"/>
          <a:chExt cx="0" cy="0"/>
        </a:xfrm>
      </p:grpSpPr>
      <p:pic>
        <p:nvPicPr>
          <p:cNvPr id="644" name="Google Shape;644;p97"/>
          <p:cNvPicPr preferRelativeResize="0"/>
          <p:nvPr/>
        </p:nvPicPr>
        <p:blipFill rotWithShape="1">
          <a:blip r:embed="rId3">
            <a:alphaModFix/>
          </a:blip>
          <a:srcRect b="0" l="0" r="0" t="0"/>
          <a:stretch/>
        </p:blipFill>
        <p:spPr>
          <a:xfrm>
            <a:off x="11859053" y="1796807"/>
            <a:ext cx="70965" cy="3264382"/>
          </a:xfrm>
          <a:prstGeom prst="rect">
            <a:avLst/>
          </a:prstGeom>
          <a:noFill/>
          <a:ln>
            <a:noFill/>
          </a:ln>
        </p:spPr>
      </p:pic>
      <p:sp>
        <p:nvSpPr>
          <p:cNvPr id="645" name="Google Shape;645;p97"/>
          <p:cNvSpPr/>
          <p:nvPr/>
        </p:nvSpPr>
        <p:spPr>
          <a:xfrm>
            <a:off x="5944993" y="616688"/>
            <a:ext cx="5674800" cy="5667300"/>
          </a:xfrm>
          <a:prstGeom prst="rect">
            <a:avLst/>
          </a:prstGeom>
          <a:solidFill>
            <a:srgbClr val="4E7C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Open Sans Light"/>
              <a:ea typeface="Open Sans Light"/>
              <a:cs typeface="Open Sans Light"/>
              <a:sym typeface="Open Sans Light"/>
            </a:endParaRPr>
          </a:p>
        </p:txBody>
      </p:sp>
      <p:sp>
        <p:nvSpPr>
          <p:cNvPr id="646" name="Google Shape;646;p97"/>
          <p:cNvSpPr/>
          <p:nvPr/>
        </p:nvSpPr>
        <p:spPr>
          <a:xfrm>
            <a:off x="6398549" y="2788646"/>
            <a:ext cx="294900" cy="2949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1">
              <a:solidFill>
                <a:schemeClr val="lt1"/>
              </a:solidFill>
              <a:latin typeface="Open Sans Light"/>
              <a:ea typeface="Open Sans Light"/>
              <a:cs typeface="Open Sans Light"/>
              <a:sym typeface="Open Sans Light"/>
            </a:endParaRPr>
          </a:p>
        </p:txBody>
      </p:sp>
      <p:cxnSp>
        <p:nvCxnSpPr>
          <p:cNvPr id="647" name="Google Shape;647;p97"/>
          <p:cNvCxnSpPr/>
          <p:nvPr/>
        </p:nvCxnSpPr>
        <p:spPr>
          <a:xfrm>
            <a:off x="6996223" y="4106486"/>
            <a:ext cx="4114800" cy="0"/>
          </a:xfrm>
          <a:prstGeom prst="straightConnector1">
            <a:avLst/>
          </a:prstGeom>
          <a:noFill/>
          <a:ln cap="flat" cmpd="sng" w="19050">
            <a:solidFill>
              <a:schemeClr val="lt1"/>
            </a:solidFill>
            <a:prstDash val="solid"/>
            <a:miter lim="800000"/>
            <a:headEnd len="sm" w="sm" type="none"/>
            <a:tailEnd len="sm" w="sm" type="none"/>
          </a:ln>
        </p:spPr>
      </p:cxnSp>
      <p:sp>
        <p:nvSpPr>
          <p:cNvPr id="648" name="Google Shape;648;p97"/>
          <p:cNvSpPr txBox="1"/>
          <p:nvPr>
            <p:ph type="title"/>
          </p:nvPr>
        </p:nvSpPr>
        <p:spPr>
          <a:xfrm>
            <a:off x="6915809" y="2601411"/>
            <a:ext cx="4377900" cy="1306200"/>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2800"/>
              <a:buFont typeface="Arial"/>
              <a:buNone/>
              <a:defRPr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9" name="Google Shape;649;p97"/>
          <p:cNvSpPr txBox="1"/>
          <p:nvPr>
            <p:ph idx="1" type="subTitle"/>
          </p:nvPr>
        </p:nvSpPr>
        <p:spPr>
          <a:xfrm>
            <a:off x="6937285" y="4305507"/>
            <a:ext cx="4356300" cy="614400"/>
          </a:xfrm>
          <a:prstGeom prst="rect">
            <a:avLst/>
          </a:prstGeom>
          <a:noFill/>
          <a:ln>
            <a:noFill/>
          </a:ln>
        </p:spPr>
        <p:txBody>
          <a:bodyPr anchorCtr="0" anchor="t" bIns="0" lIns="0" spcFirstLastPara="1" rIns="0" wrap="square" tIns="0">
            <a:spAutoFit/>
          </a:bodyPr>
          <a:lstStyle>
            <a:lvl1pPr lvl="0" algn="l">
              <a:lnSpc>
                <a:spcPct val="120000"/>
              </a:lnSpc>
              <a:spcBef>
                <a:spcPts val="1000"/>
              </a:spcBef>
              <a:spcAft>
                <a:spcPts val="0"/>
              </a:spcAft>
              <a:buClr>
                <a:schemeClr val="lt1"/>
              </a:buClr>
              <a:buSzPts val="2400"/>
              <a:buChar char="•"/>
              <a:defRPr sz="2400">
                <a:solidFill>
                  <a:schemeClr val="lt1"/>
                </a:solidFill>
                <a:latin typeface="Arial"/>
                <a:ea typeface="Arial"/>
                <a:cs typeface="Arial"/>
                <a:sym typeface="Arial"/>
              </a:defRPr>
            </a:lvl1pPr>
            <a:lvl2pPr lvl="1" algn="l">
              <a:lnSpc>
                <a:spcPct val="120000"/>
              </a:lnSpc>
              <a:spcBef>
                <a:spcPts val="500"/>
              </a:spcBef>
              <a:spcAft>
                <a:spcPts val="0"/>
              </a:spcAft>
              <a:buClr>
                <a:schemeClr val="dk2"/>
              </a:buClr>
              <a:buSzPts val="1800"/>
              <a:buChar char="•"/>
              <a:defRPr/>
            </a:lvl2pPr>
            <a:lvl3pPr lvl="2" algn="l">
              <a:lnSpc>
                <a:spcPct val="120000"/>
              </a:lnSpc>
              <a:spcBef>
                <a:spcPts val="500"/>
              </a:spcBef>
              <a:spcAft>
                <a:spcPts val="0"/>
              </a:spcAft>
              <a:buClr>
                <a:schemeClr val="dk2"/>
              </a:buClr>
              <a:buSzPts val="1800"/>
              <a:buChar char="•"/>
              <a:defRPr/>
            </a:lvl3pPr>
            <a:lvl4pPr lvl="3" algn="l">
              <a:lnSpc>
                <a:spcPct val="120000"/>
              </a:lnSpc>
              <a:spcBef>
                <a:spcPts val="500"/>
              </a:spcBef>
              <a:spcAft>
                <a:spcPts val="0"/>
              </a:spcAft>
              <a:buClr>
                <a:schemeClr val="dk2"/>
              </a:buClr>
              <a:buSzPts val="1800"/>
              <a:buChar char="•"/>
              <a:defRPr/>
            </a:lvl4pPr>
            <a:lvl5pPr lvl="4" algn="l">
              <a:lnSpc>
                <a:spcPct val="120000"/>
              </a:lnSpc>
              <a:spcBef>
                <a:spcPts val="500"/>
              </a:spcBef>
              <a:spcAft>
                <a:spcPts val="0"/>
              </a:spcAft>
              <a:buClr>
                <a:schemeClr val="dk2"/>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pic>
        <p:nvPicPr>
          <p:cNvPr id="650" name="Google Shape;650;p97"/>
          <p:cNvPicPr preferRelativeResize="0"/>
          <p:nvPr/>
        </p:nvPicPr>
        <p:blipFill rotWithShape="1">
          <a:blip r:embed="rId4">
            <a:alphaModFix/>
          </a:blip>
          <a:srcRect b="0" l="0" r="0" t="0"/>
          <a:stretch/>
        </p:blipFill>
        <p:spPr>
          <a:xfrm>
            <a:off x="7168812" y="1206961"/>
            <a:ext cx="3375909" cy="54231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5.xml"/><Relationship Id="rId42" Type="http://schemas.openxmlformats.org/officeDocument/2006/relationships/slideLayout" Target="../slideLayouts/slideLayout57.xml"/><Relationship Id="rId41" Type="http://schemas.openxmlformats.org/officeDocument/2006/relationships/slideLayout" Target="../slideLayouts/slideLayout56.xml"/><Relationship Id="rId44" Type="http://schemas.openxmlformats.org/officeDocument/2006/relationships/slideLayout" Target="../slideLayouts/slideLayout59.xml"/><Relationship Id="rId43" Type="http://schemas.openxmlformats.org/officeDocument/2006/relationships/slideLayout" Target="../slideLayouts/slideLayout58.xml"/><Relationship Id="rId46" Type="http://schemas.openxmlformats.org/officeDocument/2006/relationships/slideLayout" Target="../slideLayouts/slideLayout61.xml"/><Relationship Id="rId45" Type="http://schemas.openxmlformats.org/officeDocument/2006/relationships/slideLayout" Target="../slideLayouts/slideLayout60.xml"/><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48" Type="http://schemas.openxmlformats.org/officeDocument/2006/relationships/slideLayout" Target="../slideLayouts/slideLayout63.xml"/><Relationship Id="rId47" Type="http://schemas.openxmlformats.org/officeDocument/2006/relationships/slideLayout" Target="../slideLayouts/slideLayout62.xml"/><Relationship Id="rId49" Type="http://schemas.openxmlformats.org/officeDocument/2006/relationships/slideLayout" Target="../slideLayouts/slideLayout64.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31" Type="http://schemas.openxmlformats.org/officeDocument/2006/relationships/slideLayout" Target="../slideLayouts/slideLayout46.xml"/><Relationship Id="rId30" Type="http://schemas.openxmlformats.org/officeDocument/2006/relationships/slideLayout" Target="../slideLayouts/slideLayout45.xml"/><Relationship Id="rId33" Type="http://schemas.openxmlformats.org/officeDocument/2006/relationships/slideLayout" Target="../slideLayouts/slideLayout48.xml"/><Relationship Id="rId32" Type="http://schemas.openxmlformats.org/officeDocument/2006/relationships/slideLayout" Target="../slideLayouts/slideLayout47.xml"/><Relationship Id="rId35" Type="http://schemas.openxmlformats.org/officeDocument/2006/relationships/slideLayout" Target="../slideLayouts/slideLayout50.xml"/><Relationship Id="rId34" Type="http://schemas.openxmlformats.org/officeDocument/2006/relationships/slideLayout" Target="../slideLayouts/slideLayout49.xml"/><Relationship Id="rId37" Type="http://schemas.openxmlformats.org/officeDocument/2006/relationships/slideLayout" Target="../slideLayouts/slideLayout52.xml"/><Relationship Id="rId36" Type="http://schemas.openxmlformats.org/officeDocument/2006/relationships/slideLayout" Target="../slideLayouts/slideLayout51.xml"/><Relationship Id="rId39" Type="http://schemas.openxmlformats.org/officeDocument/2006/relationships/slideLayout" Target="../slideLayouts/slideLayout54.xml"/><Relationship Id="rId38" Type="http://schemas.openxmlformats.org/officeDocument/2006/relationships/slideLayout" Target="../slideLayouts/slideLayout53.xml"/><Relationship Id="rId62" Type="http://schemas.openxmlformats.org/officeDocument/2006/relationships/slideLayout" Target="../slideLayouts/slideLayout77.xml"/><Relationship Id="rId61" Type="http://schemas.openxmlformats.org/officeDocument/2006/relationships/slideLayout" Target="../slideLayouts/slideLayout76.xml"/><Relationship Id="rId20" Type="http://schemas.openxmlformats.org/officeDocument/2006/relationships/slideLayout" Target="../slideLayouts/slideLayout35.xml"/><Relationship Id="rId64" Type="http://schemas.openxmlformats.org/officeDocument/2006/relationships/slideLayout" Target="../slideLayouts/slideLayout79.xml"/><Relationship Id="rId63" Type="http://schemas.openxmlformats.org/officeDocument/2006/relationships/slideLayout" Target="../slideLayouts/slideLayout78.xml"/><Relationship Id="rId22" Type="http://schemas.openxmlformats.org/officeDocument/2006/relationships/slideLayout" Target="../slideLayouts/slideLayout37.xml"/><Relationship Id="rId66" Type="http://schemas.openxmlformats.org/officeDocument/2006/relationships/theme" Target="../theme/theme2.xml"/><Relationship Id="rId21" Type="http://schemas.openxmlformats.org/officeDocument/2006/relationships/slideLayout" Target="../slideLayouts/slideLayout36.xml"/><Relationship Id="rId65" Type="http://schemas.openxmlformats.org/officeDocument/2006/relationships/slideLayout" Target="../slideLayouts/slideLayout80.xml"/><Relationship Id="rId24" Type="http://schemas.openxmlformats.org/officeDocument/2006/relationships/slideLayout" Target="../slideLayouts/slideLayout39.xml"/><Relationship Id="rId23" Type="http://schemas.openxmlformats.org/officeDocument/2006/relationships/slideLayout" Target="../slideLayouts/slideLayout38.xml"/><Relationship Id="rId60" Type="http://schemas.openxmlformats.org/officeDocument/2006/relationships/slideLayout" Target="../slideLayouts/slideLayout75.xml"/><Relationship Id="rId26" Type="http://schemas.openxmlformats.org/officeDocument/2006/relationships/slideLayout" Target="../slideLayouts/slideLayout41.xml"/><Relationship Id="rId25" Type="http://schemas.openxmlformats.org/officeDocument/2006/relationships/slideLayout" Target="../slideLayouts/slideLayout40.xml"/><Relationship Id="rId28" Type="http://schemas.openxmlformats.org/officeDocument/2006/relationships/slideLayout" Target="../slideLayouts/slideLayout43.xml"/><Relationship Id="rId27" Type="http://schemas.openxmlformats.org/officeDocument/2006/relationships/slideLayout" Target="../slideLayouts/slideLayout42.xml"/><Relationship Id="rId29" Type="http://schemas.openxmlformats.org/officeDocument/2006/relationships/slideLayout" Target="../slideLayouts/slideLayout44.xml"/><Relationship Id="rId51" Type="http://schemas.openxmlformats.org/officeDocument/2006/relationships/slideLayout" Target="../slideLayouts/slideLayout66.xml"/><Relationship Id="rId50" Type="http://schemas.openxmlformats.org/officeDocument/2006/relationships/slideLayout" Target="../slideLayouts/slideLayout65.xml"/><Relationship Id="rId53" Type="http://schemas.openxmlformats.org/officeDocument/2006/relationships/slideLayout" Target="../slideLayouts/slideLayout68.xml"/><Relationship Id="rId52" Type="http://schemas.openxmlformats.org/officeDocument/2006/relationships/slideLayout" Target="../slideLayouts/slideLayout67.xml"/><Relationship Id="rId11" Type="http://schemas.openxmlformats.org/officeDocument/2006/relationships/slideLayout" Target="../slideLayouts/slideLayout26.xml"/><Relationship Id="rId55" Type="http://schemas.openxmlformats.org/officeDocument/2006/relationships/slideLayout" Target="../slideLayouts/slideLayout70.xml"/><Relationship Id="rId10" Type="http://schemas.openxmlformats.org/officeDocument/2006/relationships/slideLayout" Target="../slideLayouts/slideLayout25.xml"/><Relationship Id="rId54" Type="http://schemas.openxmlformats.org/officeDocument/2006/relationships/slideLayout" Target="../slideLayouts/slideLayout69.xml"/><Relationship Id="rId13" Type="http://schemas.openxmlformats.org/officeDocument/2006/relationships/slideLayout" Target="../slideLayouts/slideLayout28.xml"/><Relationship Id="rId57" Type="http://schemas.openxmlformats.org/officeDocument/2006/relationships/slideLayout" Target="../slideLayouts/slideLayout72.xml"/><Relationship Id="rId12" Type="http://schemas.openxmlformats.org/officeDocument/2006/relationships/slideLayout" Target="../slideLayouts/slideLayout27.xml"/><Relationship Id="rId56" Type="http://schemas.openxmlformats.org/officeDocument/2006/relationships/slideLayout" Target="../slideLayouts/slideLayout71.xml"/><Relationship Id="rId15" Type="http://schemas.openxmlformats.org/officeDocument/2006/relationships/slideLayout" Target="../slideLayouts/slideLayout30.xml"/><Relationship Id="rId59" Type="http://schemas.openxmlformats.org/officeDocument/2006/relationships/slideLayout" Target="../slideLayouts/slideLayout74.xml"/><Relationship Id="rId14" Type="http://schemas.openxmlformats.org/officeDocument/2006/relationships/slideLayout" Target="../slideLayouts/slideLayout29.xml"/><Relationship Id="rId58" Type="http://schemas.openxmlformats.org/officeDocument/2006/relationships/slideLayout" Target="../slideLayouts/slideLayout73.xml"/><Relationship Id="rId17" Type="http://schemas.openxmlformats.org/officeDocument/2006/relationships/slideLayout" Target="../slideLayouts/slideLayout32.xml"/><Relationship Id="rId16" Type="http://schemas.openxmlformats.org/officeDocument/2006/relationships/slideLayout" Target="../slideLayouts/slideLayout31.xml"/><Relationship Id="rId19" Type="http://schemas.openxmlformats.org/officeDocument/2006/relationships/slideLayout" Target="../slideLayouts/slideLayout34.xml"/><Relationship Id="rId18"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venir"/>
              <a:buNone/>
              <a:defRPr b="0" i="0" sz="4400" u="none" cap="none" strike="noStrike">
                <a:solidFill>
                  <a:schemeClr val="dk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110000"/>
              </a:lnSpc>
              <a:spcBef>
                <a:spcPts val="1000"/>
              </a:spcBef>
              <a:spcAft>
                <a:spcPts val="0"/>
              </a:spcAft>
              <a:buClr>
                <a:schemeClr val="dk1"/>
              </a:buClr>
              <a:buSzPts val="2800"/>
              <a:buFont typeface="Arial"/>
              <a:buChar char="•"/>
              <a:defRPr b="0" i="0" sz="2800" u="none" cap="none" strike="noStrike">
                <a:solidFill>
                  <a:schemeClr val="dk1"/>
                </a:solidFill>
                <a:latin typeface="Avenir"/>
                <a:ea typeface="Avenir"/>
                <a:cs typeface="Avenir"/>
                <a:sym typeface="Avenir"/>
              </a:defRPr>
            </a:lvl1pPr>
            <a:lvl2pPr indent="-381000" lvl="1" marL="914400" marR="0" rtl="0" algn="l">
              <a:lnSpc>
                <a:spcPct val="110000"/>
              </a:lnSpc>
              <a:spcBef>
                <a:spcPts val="500"/>
              </a:spcBef>
              <a:spcAft>
                <a:spcPts val="0"/>
              </a:spcAft>
              <a:buClr>
                <a:schemeClr val="dk1"/>
              </a:buClr>
              <a:buSzPts val="2400"/>
              <a:buFont typeface="Arial"/>
              <a:buChar char="•"/>
              <a:defRPr b="0" i="0" sz="2400" u="none" cap="none" strike="noStrike">
                <a:solidFill>
                  <a:schemeClr val="dk1"/>
                </a:solidFill>
                <a:latin typeface="Avenir"/>
                <a:ea typeface="Avenir"/>
                <a:cs typeface="Avenir"/>
                <a:sym typeface="Avenir"/>
              </a:defRPr>
            </a:lvl2pPr>
            <a:lvl3pPr indent="-355600" lvl="2" marL="1371600" marR="0" rtl="0" algn="l">
              <a:lnSpc>
                <a:spcPct val="110000"/>
              </a:lnSpc>
              <a:spcBef>
                <a:spcPts val="500"/>
              </a:spcBef>
              <a:spcAft>
                <a:spcPts val="0"/>
              </a:spcAft>
              <a:buClr>
                <a:schemeClr val="dk1"/>
              </a:buClr>
              <a:buSzPts val="2000"/>
              <a:buFont typeface="Arial"/>
              <a:buChar char="•"/>
              <a:defRPr b="0" i="0" sz="2000" u="none" cap="none" strike="noStrike">
                <a:solidFill>
                  <a:schemeClr val="dk1"/>
                </a:solidFill>
                <a:latin typeface="Avenir"/>
                <a:ea typeface="Avenir"/>
                <a:cs typeface="Avenir"/>
                <a:sym typeface="Avenir"/>
              </a:defRPr>
            </a:lvl3pPr>
            <a:lvl4pPr indent="-342900" lvl="3" marL="1828800" marR="0" rtl="0" algn="l">
              <a:lnSpc>
                <a:spcPct val="11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4pPr>
            <a:lvl5pPr indent="-342900" lvl="4" marL="2286000" marR="0" rtl="0" algn="l">
              <a:lnSpc>
                <a:spcPct val="11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12" name="Google Shape;1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3" name="Google Shape;1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4" name="Google Shape;1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venir"/>
                <a:ea typeface="Avenir"/>
                <a:cs typeface="Avenir"/>
                <a:sym typeface="Avenir"/>
              </a:defRPr>
            </a:lvl1pPr>
            <a:lvl2pPr indent="0" lvl="1" marL="0" marR="0" rtl="0" algn="r">
              <a:spcBef>
                <a:spcPts val="0"/>
              </a:spcBef>
              <a:buNone/>
              <a:defRPr b="0" i="0" sz="1200" u="none" cap="none" strike="noStrike">
                <a:solidFill>
                  <a:srgbClr val="888888"/>
                </a:solidFill>
                <a:latin typeface="Avenir"/>
                <a:ea typeface="Avenir"/>
                <a:cs typeface="Avenir"/>
                <a:sym typeface="Avenir"/>
              </a:defRPr>
            </a:lvl2pPr>
            <a:lvl3pPr indent="0" lvl="2" marL="0" marR="0" rtl="0" algn="r">
              <a:spcBef>
                <a:spcPts val="0"/>
              </a:spcBef>
              <a:buNone/>
              <a:defRPr b="0" i="0" sz="1200" u="none" cap="none" strike="noStrike">
                <a:solidFill>
                  <a:srgbClr val="888888"/>
                </a:solidFill>
                <a:latin typeface="Avenir"/>
                <a:ea typeface="Avenir"/>
                <a:cs typeface="Avenir"/>
                <a:sym typeface="Avenir"/>
              </a:defRPr>
            </a:lvl3pPr>
            <a:lvl4pPr indent="0" lvl="3" marL="0" marR="0" rtl="0" algn="r">
              <a:spcBef>
                <a:spcPts val="0"/>
              </a:spcBef>
              <a:buNone/>
              <a:defRPr b="0" i="0" sz="1200" u="none" cap="none" strike="noStrike">
                <a:solidFill>
                  <a:srgbClr val="888888"/>
                </a:solidFill>
                <a:latin typeface="Avenir"/>
                <a:ea typeface="Avenir"/>
                <a:cs typeface="Avenir"/>
                <a:sym typeface="Avenir"/>
              </a:defRPr>
            </a:lvl4pPr>
            <a:lvl5pPr indent="0" lvl="4" marL="0" marR="0" rtl="0" algn="r">
              <a:spcBef>
                <a:spcPts val="0"/>
              </a:spcBef>
              <a:buNone/>
              <a:defRPr b="0" i="0" sz="1200" u="none" cap="none" strike="noStrike">
                <a:solidFill>
                  <a:srgbClr val="888888"/>
                </a:solidFill>
                <a:latin typeface="Avenir"/>
                <a:ea typeface="Avenir"/>
                <a:cs typeface="Avenir"/>
                <a:sym typeface="Avenir"/>
              </a:defRPr>
            </a:lvl5pPr>
            <a:lvl6pPr indent="0" lvl="5" marL="0" marR="0" rtl="0" algn="r">
              <a:spcBef>
                <a:spcPts val="0"/>
              </a:spcBef>
              <a:buNone/>
              <a:defRPr b="0" i="0" sz="1200" u="none" cap="none" strike="noStrike">
                <a:solidFill>
                  <a:srgbClr val="888888"/>
                </a:solidFill>
                <a:latin typeface="Avenir"/>
                <a:ea typeface="Avenir"/>
                <a:cs typeface="Avenir"/>
                <a:sym typeface="Avenir"/>
              </a:defRPr>
            </a:lvl6pPr>
            <a:lvl7pPr indent="0" lvl="6" marL="0" marR="0" rtl="0" algn="r">
              <a:spcBef>
                <a:spcPts val="0"/>
              </a:spcBef>
              <a:buNone/>
              <a:defRPr b="0" i="0" sz="1200" u="none" cap="none" strike="noStrike">
                <a:solidFill>
                  <a:srgbClr val="888888"/>
                </a:solidFill>
                <a:latin typeface="Avenir"/>
                <a:ea typeface="Avenir"/>
                <a:cs typeface="Avenir"/>
                <a:sym typeface="Avenir"/>
              </a:defRPr>
            </a:lvl7pPr>
            <a:lvl8pPr indent="0" lvl="7" marL="0" marR="0" rtl="0" algn="r">
              <a:spcBef>
                <a:spcPts val="0"/>
              </a:spcBef>
              <a:buNone/>
              <a:defRPr b="0" i="0" sz="1200" u="none" cap="none" strike="noStrike">
                <a:solidFill>
                  <a:srgbClr val="888888"/>
                </a:solidFill>
                <a:latin typeface="Avenir"/>
                <a:ea typeface="Avenir"/>
                <a:cs typeface="Avenir"/>
                <a:sym typeface="Avenir"/>
              </a:defRPr>
            </a:lvl8pPr>
            <a:lvl9pPr indent="0" lvl="8" marL="0" marR="0" rtl="0" algn="r">
              <a:spcBef>
                <a:spcPts val="0"/>
              </a:spcBef>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 name="Shape 138"/>
        <p:cNvGrpSpPr/>
        <p:nvPr/>
      </p:nvGrpSpPr>
      <p:grpSpPr>
        <a:xfrm>
          <a:off x="0" y="0"/>
          <a:ext cx="0" cy="0"/>
          <a:chOff x="0" y="0"/>
          <a:chExt cx="0" cy="0"/>
        </a:xfrm>
      </p:grpSpPr>
      <p:cxnSp>
        <p:nvCxnSpPr>
          <p:cNvPr id="139" name="Google Shape;139;p18"/>
          <p:cNvCxnSpPr/>
          <p:nvPr/>
        </p:nvCxnSpPr>
        <p:spPr>
          <a:xfrm rot="10800000">
            <a:off x="722339" y="6212437"/>
            <a:ext cx="10808700" cy="0"/>
          </a:xfrm>
          <a:prstGeom prst="straightConnector1">
            <a:avLst/>
          </a:prstGeom>
          <a:noFill/>
          <a:ln cap="flat" cmpd="sng" w="12700">
            <a:solidFill>
              <a:schemeClr val="dk2">
                <a:alpha val="50199"/>
              </a:schemeClr>
            </a:solidFill>
            <a:prstDash val="solid"/>
            <a:miter lim="800000"/>
            <a:headEnd len="sm" w="sm" type="none"/>
            <a:tailEnd len="sm" w="sm" type="none"/>
          </a:ln>
        </p:spPr>
      </p:cxnSp>
      <p:sp>
        <p:nvSpPr>
          <p:cNvPr id="140" name="Google Shape;140;p18"/>
          <p:cNvSpPr txBox="1"/>
          <p:nvPr>
            <p:ph type="title"/>
          </p:nvPr>
        </p:nvSpPr>
        <p:spPr>
          <a:xfrm>
            <a:off x="603504" y="351270"/>
            <a:ext cx="10981200" cy="1239600"/>
          </a:xfrm>
          <a:prstGeom prst="rect">
            <a:avLst/>
          </a:prstGeom>
          <a:solidFill>
            <a:schemeClr val="lt1"/>
          </a:solidFill>
          <a:ln>
            <a:noFill/>
          </a:ln>
        </p:spPr>
        <p:txBody>
          <a:bodyPr anchorCtr="0" anchor="b" bIns="137150" lIns="91425" spcFirstLastPara="1" rIns="91425" wrap="square" tIns="45700">
            <a:normAutofit/>
          </a:bodyPr>
          <a:lstStyle>
            <a:lvl1pPr lvl="0" marR="0" algn="l">
              <a:lnSpc>
                <a:spcPct val="100000"/>
              </a:lnSpc>
              <a:spcBef>
                <a:spcPts val="0"/>
              </a:spcBef>
              <a:spcAft>
                <a:spcPts val="0"/>
              </a:spcAft>
              <a:buClr>
                <a:schemeClr val="accent5"/>
              </a:buClr>
              <a:buSzPts val="2800"/>
              <a:buFont typeface="Oswald SemiBold"/>
              <a:buNone/>
              <a:defRPr b="0" i="0" sz="2800" u="none" cap="none" strike="noStrike">
                <a:solidFill>
                  <a:schemeClr val="accent5"/>
                </a:solidFill>
                <a:latin typeface="Oswald SemiBold"/>
                <a:ea typeface="Oswald SemiBold"/>
                <a:cs typeface="Oswald SemiBold"/>
                <a:sym typeface="Oswald SemiBol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1" name="Google Shape;141;p18"/>
          <p:cNvSpPr txBox="1"/>
          <p:nvPr>
            <p:ph idx="1" type="body"/>
          </p:nvPr>
        </p:nvSpPr>
        <p:spPr>
          <a:xfrm>
            <a:off x="605431" y="1745956"/>
            <a:ext cx="10981200" cy="3983400"/>
          </a:xfrm>
          <a:prstGeom prst="rect">
            <a:avLst/>
          </a:prstGeom>
          <a:noFill/>
          <a:ln>
            <a:noFill/>
          </a:ln>
        </p:spPr>
        <p:txBody>
          <a:bodyPr anchorCtr="0" anchor="t" bIns="45700" lIns="91425" spcFirstLastPara="1" rIns="91425" wrap="square" tIns="45700">
            <a:normAutofit/>
          </a:bodyPr>
          <a:lstStyle>
            <a:lvl1pPr indent="-317500" lvl="0" marL="457200" marR="0" algn="l">
              <a:lnSpc>
                <a:spcPct val="120000"/>
              </a:lnSpc>
              <a:spcBef>
                <a:spcPts val="1000"/>
              </a:spcBef>
              <a:spcAft>
                <a:spcPts val="0"/>
              </a:spcAft>
              <a:buClr>
                <a:schemeClr val="dk2"/>
              </a:buClr>
              <a:buSzPts val="1400"/>
              <a:buFont typeface="Arial"/>
              <a:buChar char="•"/>
              <a:defRPr b="0" i="0" sz="1400" u="none" cap="none" strike="noStrike">
                <a:solidFill>
                  <a:schemeClr val="dk2"/>
                </a:solidFill>
                <a:latin typeface="Open Sans Light"/>
                <a:ea typeface="Open Sans Light"/>
                <a:cs typeface="Open Sans Light"/>
                <a:sym typeface="Open Sans Light"/>
              </a:defRPr>
            </a:lvl1pPr>
            <a:lvl2pPr indent="-317500" lvl="1" marL="914400" marR="0" algn="l">
              <a:lnSpc>
                <a:spcPct val="120000"/>
              </a:lnSpc>
              <a:spcBef>
                <a:spcPts val="500"/>
              </a:spcBef>
              <a:spcAft>
                <a:spcPts val="0"/>
              </a:spcAft>
              <a:buClr>
                <a:schemeClr val="dk2"/>
              </a:buClr>
              <a:buSzPts val="1400"/>
              <a:buFont typeface="Arial"/>
              <a:buChar char="•"/>
              <a:defRPr b="0" i="0" sz="1400" u="none" cap="none" strike="noStrike">
                <a:solidFill>
                  <a:schemeClr val="dk2"/>
                </a:solidFill>
                <a:latin typeface="Open Sans Light"/>
                <a:ea typeface="Open Sans Light"/>
                <a:cs typeface="Open Sans Light"/>
                <a:sym typeface="Open Sans Light"/>
              </a:defRPr>
            </a:lvl2pPr>
            <a:lvl3pPr indent="-317500" lvl="2" marL="1371600" marR="0" algn="l">
              <a:lnSpc>
                <a:spcPct val="120000"/>
              </a:lnSpc>
              <a:spcBef>
                <a:spcPts val="500"/>
              </a:spcBef>
              <a:spcAft>
                <a:spcPts val="0"/>
              </a:spcAft>
              <a:buClr>
                <a:schemeClr val="dk2"/>
              </a:buClr>
              <a:buSzPts val="1400"/>
              <a:buFont typeface="Arial"/>
              <a:buChar char="•"/>
              <a:defRPr b="0" i="0" sz="1400" u="none" cap="none" strike="noStrike">
                <a:solidFill>
                  <a:schemeClr val="dk2"/>
                </a:solidFill>
                <a:latin typeface="Open Sans Light"/>
                <a:ea typeface="Open Sans Light"/>
                <a:cs typeface="Open Sans Light"/>
                <a:sym typeface="Open Sans Light"/>
              </a:defRPr>
            </a:lvl3pPr>
            <a:lvl4pPr indent="-304800" lvl="3" marL="1828800" marR="0" algn="l">
              <a:lnSpc>
                <a:spcPct val="120000"/>
              </a:lnSpc>
              <a:spcBef>
                <a:spcPts val="500"/>
              </a:spcBef>
              <a:spcAft>
                <a:spcPts val="0"/>
              </a:spcAft>
              <a:buClr>
                <a:schemeClr val="dk2"/>
              </a:buClr>
              <a:buSzPts val="1200"/>
              <a:buFont typeface="Arial"/>
              <a:buChar char="•"/>
              <a:defRPr b="0" i="0" sz="1200" u="none" cap="none" strike="noStrike">
                <a:solidFill>
                  <a:schemeClr val="dk2"/>
                </a:solidFill>
                <a:latin typeface="Open Sans Light"/>
                <a:ea typeface="Open Sans Light"/>
                <a:cs typeface="Open Sans Light"/>
                <a:sym typeface="Open Sans Light"/>
              </a:defRPr>
            </a:lvl4pPr>
            <a:lvl5pPr indent="-304800" lvl="4" marL="2286000" marR="0" algn="l">
              <a:lnSpc>
                <a:spcPct val="120000"/>
              </a:lnSpc>
              <a:spcBef>
                <a:spcPts val="500"/>
              </a:spcBef>
              <a:spcAft>
                <a:spcPts val="0"/>
              </a:spcAft>
              <a:buClr>
                <a:schemeClr val="dk2"/>
              </a:buClr>
              <a:buSzPts val="1200"/>
              <a:buFont typeface="Arial"/>
              <a:buChar char="•"/>
              <a:defRPr b="0" i="0" sz="1200" u="none" cap="none" strike="noStrike">
                <a:solidFill>
                  <a:schemeClr val="dk2"/>
                </a:solidFill>
                <a:latin typeface="Open Sans Light"/>
                <a:ea typeface="Open Sans Light"/>
                <a:cs typeface="Open Sans Light"/>
                <a:sym typeface="Open Sans Light"/>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9pPr>
          </a:lstStyle>
          <a:p/>
        </p:txBody>
      </p:sp>
      <p:sp>
        <p:nvSpPr>
          <p:cNvPr id="142" name="Google Shape;142;p18"/>
          <p:cNvSpPr txBox="1"/>
          <p:nvPr>
            <p:ph idx="11" type="ftr"/>
          </p:nvPr>
        </p:nvSpPr>
        <p:spPr>
          <a:xfrm>
            <a:off x="605430" y="6029868"/>
            <a:ext cx="1911000" cy="365100"/>
          </a:xfrm>
          <a:prstGeom prst="rect">
            <a:avLst/>
          </a:prstGeom>
          <a:solidFill>
            <a:schemeClr val="lt1"/>
          </a:solid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1" sz="900" cap="none">
                <a:solidFill>
                  <a:schemeClr val="dk2"/>
                </a:solidFill>
                <a:latin typeface="Open Sans Light"/>
                <a:ea typeface="Open Sans Light"/>
                <a:cs typeface="Open Sans Light"/>
                <a:sym typeface="Open Sans Light"/>
              </a:defRPr>
            </a:lvl1pPr>
            <a:lvl2pPr lvl="1" marR="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2pPr>
            <a:lvl3pPr lvl="2" marR="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3pPr>
            <a:lvl4pPr lvl="3" marR="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4pPr>
            <a:lvl5pPr lvl="4" marR="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5pPr>
            <a:lvl6pPr lvl="5" marR="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6pPr>
            <a:lvl7pPr lvl="6" marR="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7pPr>
            <a:lvl8pPr lvl="7" marR="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8pPr>
            <a:lvl9pPr lvl="8" marR="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9pPr>
          </a:lstStyle>
          <a:p/>
        </p:txBody>
      </p:sp>
      <p:sp>
        <p:nvSpPr>
          <p:cNvPr id="143" name="Google Shape;143;p18"/>
          <p:cNvSpPr txBox="1"/>
          <p:nvPr>
            <p:ph idx="10" type="dt"/>
          </p:nvPr>
        </p:nvSpPr>
        <p:spPr>
          <a:xfrm>
            <a:off x="10058400" y="6029868"/>
            <a:ext cx="1182600" cy="365100"/>
          </a:xfrm>
          <a:prstGeom prst="rect">
            <a:avLst/>
          </a:prstGeom>
          <a:solidFill>
            <a:schemeClr val="lt1"/>
          </a:solidFill>
          <a:ln>
            <a:noFill/>
          </a:ln>
        </p:spPr>
        <p:txBody>
          <a:bodyPr anchorCtr="0" anchor="ctr" bIns="45700" lIns="91425" spcFirstLastPara="1" rIns="91425" wrap="square" tIns="45700">
            <a:noAutofit/>
          </a:bodyPr>
          <a:lstStyle>
            <a:lvl1pPr lvl="0" marR="0" algn="r">
              <a:spcBef>
                <a:spcPts val="0"/>
              </a:spcBef>
              <a:spcAft>
                <a:spcPts val="0"/>
              </a:spcAft>
              <a:buSzPts val="1400"/>
              <a:buNone/>
              <a:defRPr sz="900" cap="none">
                <a:solidFill>
                  <a:schemeClr val="dk2"/>
                </a:solidFill>
                <a:latin typeface="Open Sans Light"/>
                <a:ea typeface="Open Sans Light"/>
                <a:cs typeface="Open Sans Light"/>
                <a:sym typeface="Open Sans Light"/>
              </a:defRPr>
            </a:lvl1pPr>
            <a:lvl2pPr lvl="1" marR="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2pPr>
            <a:lvl3pPr lvl="2" marR="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3pPr>
            <a:lvl4pPr lvl="3" marR="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4pPr>
            <a:lvl5pPr lvl="4" marR="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5pPr>
            <a:lvl6pPr lvl="5" marR="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6pPr>
            <a:lvl7pPr lvl="6" marR="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7pPr>
            <a:lvl8pPr lvl="7" marR="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8pPr>
            <a:lvl9pPr lvl="8" marR="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9pPr>
          </a:lstStyle>
          <a:p/>
        </p:txBody>
      </p:sp>
      <p:sp>
        <p:nvSpPr>
          <p:cNvPr id="144" name="Google Shape;144;p18"/>
          <p:cNvSpPr txBox="1"/>
          <p:nvPr>
            <p:ph idx="12" type="sldNum"/>
          </p:nvPr>
        </p:nvSpPr>
        <p:spPr>
          <a:xfrm>
            <a:off x="11233434" y="6029868"/>
            <a:ext cx="429300" cy="365100"/>
          </a:xfrm>
          <a:prstGeom prst="rect">
            <a:avLst/>
          </a:prstGeom>
          <a:solidFill>
            <a:schemeClr val="lt1"/>
          </a:solidFill>
          <a:ln>
            <a:noFill/>
          </a:ln>
        </p:spPr>
        <p:txBody>
          <a:bodyPr anchorCtr="0" anchor="ctr" bIns="45700" lIns="91425" spcFirstLastPara="1" rIns="91425" wrap="square" tIns="45700">
            <a:noAutofit/>
          </a:bodyPr>
          <a:lstStyle>
            <a:lvl1pPr indent="0" lvl="0" marL="0" marR="0" algn="r">
              <a:spcBef>
                <a:spcPts val="0"/>
              </a:spcBef>
              <a:buNone/>
              <a:defRPr sz="900" cap="none">
                <a:solidFill>
                  <a:schemeClr val="dk2"/>
                </a:solidFill>
                <a:latin typeface="Open Sans Light"/>
                <a:ea typeface="Open Sans Light"/>
                <a:cs typeface="Open Sans Light"/>
                <a:sym typeface="Open Sans Light"/>
              </a:defRPr>
            </a:lvl1pPr>
            <a:lvl2pPr indent="0" lvl="1" marL="0" marR="0" algn="r">
              <a:spcBef>
                <a:spcPts val="0"/>
              </a:spcBef>
              <a:buNone/>
              <a:defRPr sz="900" cap="none">
                <a:solidFill>
                  <a:schemeClr val="dk2"/>
                </a:solidFill>
                <a:latin typeface="Open Sans Light"/>
                <a:ea typeface="Open Sans Light"/>
                <a:cs typeface="Open Sans Light"/>
                <a:sym typeface="Open Sans Light"/>
              </a:defRPr>
            </a:lvl2pPr>
            <a:lvl3pPr indent="0" lvl="2" marL="0" marR="0" algn="r">
              <a:spcBef>
                <a:spcPts val="0"/>
              </a:spcBef>
              <a:buNone/>
              <a:defRPr sz="900" cap="none">
                <a:solidFill>
                  <a:schemeClr val="dk2"/>
                </a:solidFill>
                <a:latin typeface="Open Sans Light"/>
                <a:ea typeface="Open Sans Light"/>
                <a:cs typeface="Open Sans Light"/>
                <a:sym typeface="Open Sans Light"/>
              </a:defRPr>
            </a:lvl3pPr>
            <a:lvl4pPr indent="0" lvl="3" marL="0" marR="0" algn="r">
              <a:spcBef>
                <a:spcPts val="0"/>
              </a:spcBef>
              <a:buNone/>
              <a:defRPr sz="900" cap="none">
                <a:solidFill>
                  <a:schemeClr val="dk2"/>
                </a:solidFill>
                <a:latin typeface="Open Sans Light"/>
                <a:ea typeface="Open Sans Light"/>
                <a:cs typeface="Open Sans Light"/>
                <a:sym typeface="Open Sans Light"/>
              </a:defRPr>
            </a:lvl4pPr>
            <a:lvl5pPr indent="0" lvl="4" marL="0" marR="0" algn="r">
              <a:spcBef>
                <a:spcPts val="0"/>
              </a:spcBef>
              <a:buNone/>
              <a:defRPr sz="900" cap="none">
                <a:solidFill>
                  <a:schemeClr val="dk2"/>
                </a:solidFill>
                <a:latin typeface="Open Sans Light"/>
                <a:ea typeface="Open Sans Light"/>
                <a:cs typeface="Open Sans Light"/>
                <a:sym typeface="Open Sans Light"/>
              </a:defRPr>
            </a:lvl5pPr>
            <a:lvl6pPr indent="0" lvl="5" marL="0" marR="0" algn="r">
              <a:spcBef>
                <a:spcPts val="0"/>
              </a:spcBef>
              <a:buNone/>
              <a:defRPr sz="900" cap="none">
                <a:solidFill>
                  <a:schemeClr val="dk2"/>
                </a:solidFill>
                <a:latin typeface="Open Sans Light"/>
                <a:ea typeface="Open Sans Light"/>
                <a:cs typeface="Open Sans Light"/>
                <a:sym typeface="Open Sans Light"/>
              </a:defRPr>
            </a:lvl6pPr>
            <a:lvl7pPr indent="0" lvl="6" marL="0" marR="0" algn="r">
              <a:spcBef>
                <a:spcPts val="0"/>
              </a:spcBef>
              <a:buNone/>
              <a:defRPr sz="900" cap="none">
                <a:solidFill>
                  <a:schemeClr val="dk2"/>
                </a:solidFill>
                <a:latin typeface="Open Sans Light"/>
                <a:ea typeface="Open Sans Light"/>
                <a:cs typeface="Open Sans Light"/>
                <a:sym typeface="Open Sans Light"/>
              </a:defRPr>
            </a:lvl7pPr>
            <a:lvl8pPr indent="0" lvl="7" marL="0" marR="0" algn="r">
              <a:spcBef>
                <a:spcPts val="0"/>
              </a:spcBef>
              <a:buNone/>
              <a:defRPr sz="900" cap="none">
                <a:solidFill>
                  <a:schemeClr val="dk2"/>
                </a:solidFill>
                <a:latin typeface="Open Sans Light"/>
                <a:ea typeface="Open Sans Light"/>
                <a:cs typeface="Open Sans Light"/>
                <a:sym typeface="Open Sans Light"/>
              </a:defRPr>
            </a:lvl8pPr>
            <a:lvl9pPr indent="0" lvl="8" marL="0" marR="0" algn="r">
              <a:spcBef>
                <a:spcPts val="0"/>
              </a:spcBef>
              <a:buNone/>
              <a:defRPr sz="900" cap="none">
                <a:solidFill>
                  <a:schemeClr val="dk2"/>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 id="2147483685" r:id="rId21"/>
    <p:sldLayoutId id="2147483686" r:id="rId22"/>
    <p:sldLayoutId id="2147483687" r:id="rId23"/>
    <p:sldLayoutId id="2147483688" r:id="rId24"/>
    <p:sldLayoutId id="2147483689" r:id="rId25"/>
    <p:sldLayoutId id="2147483690" r:id="rId26"/>
    <p:sldLayoutId id="2147483691" r:id="rId27"/>
    <p:sldLayoutId id="2147483692" r:id="rId28"/>
    <p:sldLayoutId id="2147483693" r:id="rId29"/>
    <p:sldLayoutId id="2147483694" r:id="rId30"/>
    <p:sldLayoutId id="2147483695" r:id="rId31"/>
    <p:sldLayoutId id="2147483696" r:id="rId32"/>
    <p:sldLayoutId id="2147483697" r:id="rId33"/>
    <p:sldLayoutId id="2147483698" r:id="rId34"/>
    <p:sldLayoutId id="2147483699" r:id="rId35"/>
    <p:sldLayoutId id="2147483700" r:id="rId36"/>
    <p:sldLayoutId id="2147483701" r:id="rId37"/>
    <p:sldLayoutId id="2147483702" r:id="rId38"/>
    <p:sldLayoutId id="2147483703" r:id="rId39"/>
    <p:sldLayoutId id="2147483704" r:id="rId40"/>
    <p:sldLayoutId id="2147483705" r:id="rId41"/>
    <p:sldLayoutId id="2147483706" r:id="rId42"/>
    <p:sldLayoutId id="2147483707" r:id="rId43"/>
    <p:sldLayoutId id="2147483708" r:id="rId44"/>
    <p:sldLayoutId id="2147483709" r:id="rId45"/>
    <p:sldLayoutId id="2147483710" r:id="rId46"/>
    <p:sldLayoutId id="2147483711" r:id="rId47"/>
    <p:sldLayoutId id="2147483712" r:id="rId48"/>
    <p:sldLayoutId id="2147483713" r:id="rId49"/>
    <p:sldLayoutId id="2147483714" r:id="rId50"/>
    <p:sldLayoutId id="2147483715" r:id="rId51"/>
    <p:sldLayoutId id="2147483716" r:id="rId52"/>
    <p:sldLayoutId id="2147483717" r:id="rId53"/>
    <p:sldLayoutId id="2147483718" r:id="rId54"/>
    <p:sldLayoutId id="2147483719" r:id="rId55"/>
    <p:sldLayoutId id="2147483720" r:id="rId56"/>
    <p:sldLayoutId id="2147483721" r:id="rId57"/>
    <p:sldLayoutId id="2147483722" r:id="rId58"/>
    <p:sldLayoutId id="2147483723" r:id="rId59"/>
    <p:sldLayoutId id="2147483724" r:id="rId60"/>
    <p:sldLayoutId id="2147483725" r:id="rId61"/>
    <p:sldLayoutId id="2147483726" r:id="rId62"/>
    <p:sldLayoutId id="2147483727" r:id="rId63"/>
    <p:sldLayoutId id="2147483728" r:id="rId64"/>
    <p:sldLayoutId id="2147483729" r:id="rId6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4" pos="2160">
          <p15:clr>
            <a:srgbClr val="F26B43"/>
          </p15:clr>
        </p15:guide>
        <p15:guide id="15" pos="5520">
          <p15:clr>
            <a:srgbClr val="F26B43"/>
          </p15:clr>
        </p15:guide>
        <p15:guide id="16" pos="5952">
          <p15:clr>
            <a:srgbClr val="F26B43"/>
          </p15:clr>
        </p15:guide>
        <p15:guide id="17" pos="6384">
          <p15:clr>
            <a:srgbClr val="F26B43"/>
          </p15:clr>
        </p15:guide>
        <p15:guide id="18" pos="6816">
          <p15:clr>
            <a:srgbClr val="F26B43"/>
          </p15:clr>
        </p15:guide>
        <p15:guide id="19" pos="7248">
          <p15:clr>
            <a:srgbClr val="F26B43"/>
          </p15:clr>
        </p15:guide>
        <p15:guide id="20" pos="5088">
          <p15:clr>
            <a:srgbClr val="F26B43"/>
          </p15:clr>
        </p15:guide>
        <p15:guide id="21" pos="4656">
          <p15:clr>
            <a:srgbClr val="F26B43"/>
          </p15:clr>
        </p15:guide>
        <p15:guide id="22" pos="4224">
          <p15:clr>
            <a:srgbClr val="F26B43"/>
          </p15:clr>
        </p15:guide>
        <p15:guide id="23" pos="2592">
          <p15:clr>
            <a:srgbClr val="F26B43"/>
          </p15:clr>
        </p15:guide>
        <p15:guide id="24" pos="3024">
          <p15:clr>
            <a:srgbClr val="F26B43"/>
          </p15:clr>
        </p15:guide>
        <p15:guide id="25" pos="3456">
          <p15:clr>
            <a:srgbClr val="F26B43"/>
          </p15:clr>
        </p15:guide>
        <p15:guide id="26" orient="horz" pos="6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 Id="rId3"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jpg"/><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pic>
        <p:nvPicPr>
          <p:cNvPr descr="Educación en E-Learning" id="656" name="Google Shape;656;p2"/>
          <p:cNvPicPr preferRelativeResize="0"/>
          <p:nvPr/>
        </p:nvPicPr>
        <p:blipFill rotWithShape="1">
          <a:blip r:embed="rId3">
            <a:alphaModFix/>
          </a:blip>
          <a:srcRect b="0" l="0" r="0" t="0"/>
          <a:stretch/>
        </p:blipFill>
        <p:spPr>
          <a:xfrm>
            <a:off x="774521" y="1845260"/>
            <a:ext cx="5323689" cy="3995290"/>
          </a:xfrm>
          <a:prstGeom prst="rect">
            <a:avLst/>
          </a:prstGeom>
          <a:noFill/>
          <a:ln>
            <a:noFill/>
          </a:ln>
        </p:spPr>
      </p:pic>
      <p:sp>
        <p:nvSpPr>
          <p:cNvPr id="657" name="Google Shape;657;p2"/>
          <p:cNvSpPr txBox="1"/>
          <p:nvPr>
            <p:ph idx="4294967295" type="ctrTitle"/>
          </p:nvPr>
        </p:nvSpPr>
        <p:spPr>
          <a:xfrm>
            <a:off x="-1566" y="294149"/>
            <a:ext cx="11905800" cy="1547100"/>
          </a:xfrm>
          <a:prstGeom prst="rect">
            <a:avLst/>
          </a:prstGeom>
          <a:solidFill>
            <a:schemeClr val="lt1"/>
          </a:solidFill>
          <a:ln>
            <a:noFill/>
          </a:ln>
        </p:spPr>
        <p:txBody>
          <a:bodyPr anchorCtr="0" anchor="b" bIns="137150" lIns="91425" spcFirstLastPara="1" rIns="91425" wrap="square" tIns="45700">
            <a:normAutofit fontScale="90000"/>
          </a:bodyPr>
          <a:lstStyle/>
          <a:p>
            <a:pPr indent="0" lvl="0" marL="0" marR="0" rtl="0" algn="ctr">
              <a:lnSpc>
                <a:spcPct val="100000"/>
              </a:lnSpc>
              <a:spcBef>
                <a:spcPts val="0"/>
              </a:spcBef>
              <a:spcAft>
                <a:spcPts val="0"/>
              </a:spcAft>
              <a:buClr>
                <a:srgbClr val="002060"/>
              </a:buClr>
              <a:buSzPct val="100000"/>
              <a:buFont typeface="Oswald SemiBold"/>
              <a:buNone/>
            </a:pPr>
            <a:r>
              <a:rPr b="0" i="0" lang="en-US" sz="5300" u="none" cap="none" strike="noStrike">
                <a:solidFill>
                  <a:srgbClr val="002060"/>
                </a:solidFill>
                <a:latin typeface="Oswald SemiBold"/>
                <a:ea typeface="Oswald SemiBold"/>
                <a:cs typeface="Oswald SemiBold"/>
                <a:sym typeface="Oswald SemiBold"/>
              </a:rPr>
              <a:t>INGENIERÍA DE SOFTWARE </a:t>
            </a:r>
            <a:br>
              <a:rPr b="0" i="0" lang="en-US" sz="5300" u="none" cap="none" strike="noStrike">
                <a:solidFill>
                  <a:srgbClr val="002060"/>
                </a:solidFill>
                <a:latin typeface="Oswald SemiBold"/>
                <a:ea typeface="Oswald SemiBold"/>
                <a:cs typeface="Oswald SemiBold"/>
                <a:sym typeface="Oswald SemiBold"/>
              </a:rPr>
            </a:br>
            <a:r>
              <a:rPr b="0" i="0" lang="en-US" sz="5300" u="none" cap="none" strike="noStrike">
                <a:solidFill>
                  <a:srgbClr val="002060"/>
                </a:solidFill>
                <a:latin typeface="Oswald SemiBold"/>
                <a:ea typeface="Oswald SemiBold"/>
                <a:cs typeface="Oswald SemiBold"/>
                <a:sym typeface="Oswald SemiBold"/>
              </a:rPr>
              <a:t>EXPERIENCIA 1: CASO UNILIB BIBLIOTECA</a:t>
            </a:r>
            <a:endParaRPr b="0" i="0" sz="2800" u="none" cap="none" strike="noStrike">
              <a:solidFill>
                <a:schemeClr val="accent5"/>
              </a:solidFill>
              <a:latin typeface="Oswald SemiBold"/>
              <a:ea typeface="Oswald SemiBold"/>
              <a:cs typeface="Oswald SemiBold"/>
              <a:sym typeface="Oswald SemiBold"/>
            </a:endParaRPr>
          </a:p>
        </p:txBody>
      </p:sp>
      <p:sp>
        <p:nvSpPr>
          <p:cNvPr id="658" name="Google Shape;658;p2"/>
          <p:cNvSpPr txBox="1"/>
          <p:nvPr>
            <p:ph idx="4294967295" type="sldNum"/>
          </p:nvPr>
        </p:nvSpPr>
        <p:spPr>
          <a:xfrm>
            <a:off x="0" y="508000"/>
            <a:ext cx="428700" cy="365100"/>
          </a:xfrm>
          <a:prstGeom prst="rect">
            <a:avLst/>
          </a:prstGeom>
          <a:solidFill>
            <a:schemeClr val="lt1"/>
          </a:solid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659" name="Google Shape;659;p2"/>
          <p:cNvSpPr txBox="1"/>
          <p:nvPr>
            <p:ph idx="4294967295" type="dt"/>
          </p:nvPr>
        </p:nvSpPr>
        <p:spPr>
          <a:xfrm>
            <a:off x="0" y="508000"/>
            <a:ext cx="1203300" cy="365100"/>
          </a:xfrm>
          <a:prstGeom prst="rect">
            <a:avLst/>
          </a:prstGeom>
          <a:solidFill>
            <a:schemeClr val="lt1"/>
          </a:solid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US"/>
              <a:t>18/04/2026</a:t>
            </a:r>
            <a:endParaRPr/>
          </a:p>
        </p:txBody>
      </p:sp>
      <p:sp>
        <p:nvSpPr>
          <p:cNvPr id="660" name="Google Shape;660;p2"/>
          <p:cNvSpPr txBox="1"/>
          <p:nvPr/>
        </p:nvSpPr>
        <p:spPr>
          <a:xfrm>
            <a:off x="6991322" y="3429000"/>
            <a:ext cx="6096000" cy="2892900"/>
          </a:xfrm>
          <a:prstGeom prst="rect">
            <a:avLst/>
          </a:prstGeom>
          <a:noFill/>
          <a:ln>
            <a:noFill/>
          </a:ln>
        </p:spPr>
        <p:txBody>
          <a:bodyPr anchorCtr="0" anchor="t" bIns="45700" lIns="91425" spcFirstLastPara="1" rIns="91425" wrap="square" tIns="45700">
            <a:spAutoFit/>
          </a:bodyPr>
          <a:lstStyle/>
          <a:p>
            <a:pPr indent="0" lvl="0" marL="0" marR="0" rtl="0" algn="l">
              <a:lnSpc>
                <a:spcPct val="130312"/>
              </a:lnSpc>
              <a:spcBef>
                <a:spcPts val="0"/>
              </a:spcBef>
              <a:spcAft>
                <a:spcPts val="0"/>
              </a:spcAft>
              <a:buNone/>
            </a:pPr>
            <a:r>
              <a:rPr b="1" lang="en-US" sz="1600">
                <a:solidFill>
                  <a:srgbClr val="0070C0"/>
                </a:solidFill>
                <a:latin typeface="Avenir"/>
                <a:ea typeface="Avenir"/>
                <a:cs typeface="Avenir"/>
                <a:sym typeface="Avenir"/>
              </a:rPr>
              <a:t>Sede: San Bernardo</a:t>
            </a:r>
            <a:endParaRPr/>
          </a:p>
          <a:p>
            <a:pPr indent="0" lvl="0" marL="0" marR="0" rtl="0" algn="l">
              <a:lnSpc>
                <a:spcPct val="130312"/>
              </a:lnSpc>
              <a:spcBef>
                <a:spcPts val="0"/>
              </a:spcBef>
              <a:spcAft>
                <a:spcPts val="0"/>
              </a:spcAft>
              <a:buNone/>
            </a:pPr>
            <a:r>
              <a:t/>
            </a:r>
            <a:endParaRPr b="1" sz="1600">
              <a:solidFill>
                <a:srgbClr val="0070C0"/>
              </a:solidFill>
              <a:latin typeface="Avenir"/>
              <a:ea typeface="Avenir"/>
              <a:cs typeface="Avenir"/>
              <a:sym typeface="Avenir"/>
            </a:endParaRPr>
          </a:p>
          <a:p>
            <a:pPr indent="0" lvl="0" marL="0" marR="0" rtl="0" algn="l">
              <a:lnSpc>
                <a:spcPct val="130312"/>
              </a:lnSpc>
              <a:spcBef>
                <a:spcPts val="0"/>
              </a:spcBef>
              <a:spcAft>
                <a:spcPts val="0"/>
              </a:spcAft>
              <a:buNone/>
            </a:pPr>
            <a:r>
              <a:rPr b="1" lang="en-US" sz="1600">
                <a:solidFill>
                  <a:srgbClr val="0070C0"/>
                </a:solidFill>
                <a:latin typeface="Avenir"/>
                <a:ea typeface="Avenir"/>
                <a:cs typeface="Avenir"/>
                <a:sym typeface="Avenir"/>
              </a:rPr>
              <a:t>Carrera: </a:t>
            </a:r>
            <a:endParaRPr/>
          </a:p>
          <a:p>
            <a:pPr indent="0" lvl="0" marL="0" marR="0" rtl="0" algn="l">
              <a:lnSpc>
                <a:spcPct val="130312"/>
              </a:lnSpc>
              <a:spcBef>
                <a:spcPts val="0"/>
              </a:spcBef>
              <a:spcAft>
                <a:spcPts val="0"/>
              </a:spcAft>
              <a:buNone/>
            </a:pPr>
            <a:r>
              <a:rPr b="1" lang="en-US" sz="1600">
                <a:solidFill>
                  <a:srgbClr val="0070C0"/>
                </a:solidFill>
                <a:latin typeface="Avenir"/>
                <a:ea typeface="Avenir"/>
                <a:cs typeface="Avenir"/>
                <a:sym typeface="Avenir"/>
              </a:rPr>
              <a:t>Analista programador   </a:t>
            </a:r>
            <a:endParaRPr/>
          </a:p>
          <a:p>
            <a:pPr indent="0" lvl="0" marL="0" marR="0" rtl="0" algn="l">
              <a:lnSpc>
                <a:spcPct val="130312"/>
              </a:lnSpc>
              <a:spcBef>
                <a:spcPts val="0"/>
              </a:spcBef>
              <a:spcAft>
                <a:spcPts val="0"/>
              </a:spcAft>
              <a:buNone/>
            </a:pPr>
            <a:r>
              <a:t/>
            </a:r>
            <a:endParaRPr b="1" sz="1600">
              <a:solidFill>
                <a:srgbClr val="0070C0"/>
              </a:solidFill>
              <a:latin typeface="Avenir"/>
              <a:ea typeface="Avenir"/>
              <a:cs typeface="Avenir"/>
              <a:sym typeface="Avenir"/>
            </a:endParaRPr>
          </a:p>
          <a:p>
            <a:pPr indent="0" lvl="0" marL="0" marR="0" rtl="0" algn="l">
              <a:lnSpc>
                <a:spcPct val="130312"/>
              </a:lnSpc>
              <a:spcBef>
                <a:spcPts val="0"/>
              </a:spcBef>
              <a:spcAft>
                <a:spcPts val="0"/>
              </a:spcAft>
              <a:buNone/>
            </a:pPr>
            <a:r>
              <a:rPr b="1" i="0" lang="en-US" sz="1600" u="none" strike="noStrike">
                <a:solidFill>
                  <a:srgbClr val="0070C0"/>
                </a:solidFill>
                <a:latin typeface="Avenir"/>
                <a:ea typeface="Avenir"/>
                <a:cs typeface="Avenir"/>
                <a:sym typeface="Avenir"/>
              </a:rPr>
              <a:t>Docente : </a:t>
            </a:r>
            <a:r>
              <a:rPr b="0" i="0" lang="en-US" sz="1600">
                <a:solidFill>
                  <a:schemeClr val="dk1"/>
                </a:solidFill>
                <a:latin typeface="Avenir"/>
                <a:ea typeface="Avenir"/>
                <a:cs typeface="Avenir"/>
                <a:sym typeface="Avenir"/>
              </a:rPr>
              <a:t>​</a:t>
            </a:r>
            <a:endParaRPr sz="1600">
              <a:solidFill>
                <a:schemeClr val="dk1"/>
              </a:solidFill>
              <a:latin typeface="Avenir"/>
              <a:ea typeface="Avenir"/>
              <a:cs typeface="Avenir"/>
              <a:sym typeface="Avenir"/>
            </a:endParaRPr>
          </a:p>
          <a:p>
            <a:pPr indent="0" lvl="0" marL="0" marR="0" rtl="0" algn="l">
              <a:lnSpc>
                <a:spcPct val="130312"/>
              </a:lnSpc>
              <a:spcBef>
                <a:spcPts val="0"/>
              </a:spcBef>
              <a:spcAft>
                <a:spcPts val="0"/>
              </a:spcAft>
              <a:buNone/>
            </a:pPr>
            <a:r>
              <a:rPr b="1" i="0" lang="en-US" sz="1600" u="none" strike="noStrike">
                <a:solidFill>
                  <a:srgbClr val="0070C0"/>
                </a:solidFill>
                <a:latin typeface="Avenir"/>
                <a:ea typeface="Avenir"/>
                <a:cs typeface="Avenir"/>
                <a:sym typeface="Avenir"/>
              </a:rPr>
              <a:t>E. Mallén Gonzalez</a:t>
            </a:r>
            <a:endParaRPr/>
          </a:p>
          <a:p>
            <a:pPr indent="0" lvl="0" marL="0" marR="0" rtl="0" algn="l">
              <a:spcBef>
                <a:spcPts val="0"/>
              </a:spcBef>
              <a:spcAft>
                <a:spcPts val="0"/>
              </a:spcAft>
              <a:buNone/>
            </a:pPr>
            <a:r>
              <a:t/>
            </a:r>
            <a:endParaRPr sz="1800">
              <a:solidFill>
                <a:schemeClr val="dk1"/>
              </a:solidFill>
              <a:latin typeface="Open Sans Light"/>
              <a:ea typeface="Open Sans Light"/>
              <a:cs typeface="Open Sans Light"/>
              <a:sym typeface="Open Sans Light"/>
            </a:endParaRPr>
          </a:p>
          <a:p>
            <a:pPr indent="0" lvl="0" marL="0" marR="0" rtl="0" algn="ctr">
              <a:spcBef>
                <a:spcPts val="0"/>
              </a:spcBef>
              <a:spcAft>
                <a:spcPts val="0"/>
              </a:spcAft>
              <a:buNone/>
            </a:pPr>
            <a:r>
              <a:t/>
            </a:r>
            <a:endParaRPr sz="1800">
              <a:solidFill>
                <a:schemeClr val="dk1"/>
              </a:solidFill>
              <a:latin typeface="Open Sans Light"/>
              <a:ea typeface="Open Sans Light"/>
              <a:cs typeface="Open Sans Light"/>
              <a:sym typeface="Open Sans Light"/>
            </a:endParaRPr>
          </a:p>
        </p:txBody>
      </p:sp>
      <p:sp>
        <p:nvSpPr>
          <p:cNvPr id="661" name="Google Shape;661;p2"/>
          <p:cNvSpPr txBox="1"/>
          <p:nvPr/>
        </p:nvSpPr>
        <p:spPr>
          <a:xfrm>
            <a:off x="6897800" y="1841250"/>
            <a:ext cx="3867300" cy="154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chemeClr val="dk2"/>
                </a:solidFill>
                <a:latin typeface="Avenir"/>
                <a:ea typeface="Avenir"/>
                <a:cs typeface="Avenir"/>
                <a:sym typeface="Avenir"/>
              </a:rPr>
              <a:t>Integrantes:</a:t>
            </a:r>
            <a:endParaRPr sz="1500">
              <a:solidFill>
                <a:schemeClr val="dk2"/>
              </a:solidFill>
              <a:latin typeface="Avenir"/>
              <a:ea typeface="Avenir"/>
              <a:cs typeface="Avenir"/>
              <a:sym typeface="Avenir"/>
            </a:endParaRPr>
          </a:p>
          <a:p>
            <a:pPr indent="-323850" lvl="0" marL="457200" rtl="0" algn="l">
              <a:spcBef>
                <a:spcPts val="0"/>
              </a:spcBef>
              <a:spcAft>
                <a:spcPts val="0"/>
              </a:spcAft>
              <a:buClr>
                <a:schemeClr val="dk2"/>
              </a:buClr>
              <a:buSzPts val="1500"/>
              <a:buFont typeface="Avenir"/>
              <a:buChar char="-"/>
            </a:pPr>
            <a:r>
              <a:rPr lang="en-US" sz="1500">
                <a:solidFill>
                  <a:schemeClr val="dk2"/>
                </a:solidFill>
                <a:latin typeface="Avenir"/>
                <a:ea typeface="Avenir"/>
                <a:cs typeface="Avenir"/>
                <a:sym typeface="Avenir"/>
              </a:rPr>
              <a:t>Natanael Valenzuela</a:t>
            </a:r>
            <a:endParaRPr sz="1500">
              <a:solidFill>
                <a:schemeClr val="dk2"/>
              </a:solidFill>
              <a:latin typeface="Avenir"/>
              <a:ea typeface="Avenir"/>
              <a:cs typeface="Avenir"/>
              <a:sym typeface="Avenir"/>
            </a:endParaRPr>
          </a:p>
          <a:p>
            <a:pPr indent="-323850" lvl="0" marL="457200" rtl="0" algn="l">
              <a:spcBef>
                <a:spcPts val="0"/>
              </a:spcBef>
              <a:spcAft>
                <a:spcPts val="0"/>
              </a:spcAft>
              <a:buClr>
                <a:schemeClr val="dk2"/>
              </a:buClr>
              <a:buSzPts val="1500"/>
              <a:buFont typeface="Avenir"/>
              <a:buChar char="-"/>
            </a:pPr>
            <a:r>
              <a:rPr lang="en-US" sz="1500">
                <a:solidFill>
                  <a:schemeClr val="dk2"/>
                </a:solidFill>
                <a:latin typeface="Avenir"/>
                <a:ea typeface="Avenir"/>
                <a:cs typeface="Avenir"/>
                <a:sym typeface="Avenir"/>
              </a:rPr>
              <a:t>Diego Bergeret</a:t>
            </a:r>
            <a:endParaRPr sz="1500">
              <a:solidFill>
                <a:schemeClr val="dk2"/>
              </a:solidFill>
              <a:latin typeface="Avenir"/>
              <a:ea typeface="Avenir"/>
              <a:cs typeface="Avenir"/>
              <a:sym typeface="Avenir"/>
            </a:endParaRPr>
          </a:p>
          <a:p>
            <a:pPr indent="-323850" lvl="0" marL="457200" rtl="0" algn="l">
              <a:spcBef>
                <a:spcPts val="0"/>
              </a:spcBef>
              <a:spcAft>
                <a:spcPts val="0"/>
              </a:spcAft>
              <a:buClr>
                <a:schemeClr val="dk2"/>
              </a:buClr>
              <a:buSzPts val="1500"/>
              <a:buFont typeface="Avenir"/>
              <a:buChar char="-"/>
            </a:pPr>
            <a:r>
              <a:rPr lang="en-US" sz="1500">
                <a:solidFill>
                  <a:schemeClr val="dk2"/>
                </a:solidFill>
                <a:latin typeface="Avenir"/>
                <a:ea typeface="Avenir"/>
                <a:cs typeface="Avenir"/>
                <a:sym typeface="Avenir"/>
              </a:rPr>
              <a:t>Matias Araya</a:t>
            </a:r>
            <a:endParaRPr sz="1500">
              <a:solidFill>
                <a:schemeClr val="dk2"/>
              </a:solidFill>
              <a:latin typeface="Avenir"/>
              <a:ea typeface="Avenir"/>
              <a:cs typeface="Avenir"/>
              <a:sym typeface="Avenir"/>
            </a:endParaRPr>
          </a:p>
          <a:p>
            <a:pPr indent="-323850" lvl="0" marL="457200" rtl="0" algn="l">
              <a:spcBef>
                <a:spcPts val="0"/>
              </a:spcBef>
              <a:spcAft>
                <a:spcPts val="0"/>
              </a:spcAft>
              <a:buClr>
                <a:schemeClr val="dk2"/>
              </a:buClr>
              <a:buSzPts val="1500"/>
              <a:buFont typeface="Avenir"/>
              <a:buChar char="-"/>
            </a:pPr>
            <a:r>
              <a:rPr lang="en-US" sz="1500">
                <a:solidFill>
                  <a:schemeClr val="dk2"/>
                </a:solidFill>
                <a:latin typeface="Avenir"/>
                <a:ea typeface="Avenir"/>
                <a:cs typeface="Avenir"/>
                <a:sym typeface="Avenir"/>
              </a:rPr>
              <a:t>Andres Marin</a:t>
            </a:r>
            <a:endParaRPr sz="1500">
              <a:solidFill>
                <a:schemeClr val="dk2"/>
              </a:solidFill>
              <a:latin typeface="Avenir"/>
              <a:ea typeface="Avenir"/>
              <a:cs typeface="Avenir"/>
              <a:sym typeface="Avenir"/>
            </a:endParaRPr>
          </a:p>
          <a:p>
            <a:pPr indent="-323850" lvl="0" marL="457200" rtl="0" algn="l">
              <a:spcBef>
                <a:spcPts val="0"/>
              </a:spcBef>
              <a:spcAft>
                <a:spcPts val="0"/>
              </a:spcAft>
              <a:buClr>
                <a:schemeClr val="dk2"/>
              </a:buClr>
              <a:buSzPts val="1500"/>
              <a:buFont typeface="Avenir"/>
              <a:buChar char="-"/>
            </a:pPr>
            <a:r>
              <a:rPr lang="en-US" sz="1500">
                <a:solidFill>
                  <a:schemeClr val="dk2"/>
                </a:solidFill>
                <a:latin typeface="Avenir"/>
                <a:ea typeface="Avenir"/>
                <a:cs typeface="Avenir"/>
                <a:sym typeface="Avenir"/>
              </a:rPr>
              <a:t>Esteban Acuña</a:t>
            </a:r>
            <a:endParaRPr sz="1500">
              <a:solidFill>
                <a:schemeClr val="dk2"/>
              </a:solidFill>
              <a:latin typeface="Avenir"/>
              <a:ea typeface="Avenir"/>
              <a:cs typeface="Avenir"/>
              <a:sym typeface="Aveni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3"/>
          <p:cNvSpPr txBox="1"/>
          <p:nvPr>
            <p:ph idx="1" type="subTitle"/>
          </p:nvPr>
        </p:nvSpPr>
        <p:spPr>
          <a:xfrm>
            <a:off x="6448985" y="4390697"/>
            <a:ext cx="4356341" cy="583814"/>
          </a:xfrm>
          <a:prstGeom prst="rect">
            <a:avLst/>
          </a:prstGeom>
          <a:noFill/>
          <a:ln>
            <a:noFill/>
          </a:ln>
        </p:spPr>
        <p:txBody>
          <a:bodyPr anchorCtr="0" anchor="t" bIns="0" lIns="0" spcFirstLastPara="1" rIns="0" wrap="square" tIns="0">
            <a:spAutoFit/>
          </a:bodyPr>
          <a:lstStyle/>
          <a:p>
            <a:pPr indent="-139700" lvl="0" marL="228600" rtl="0" algn="l">
              <a:lnSpc>
                <a:spcPct val="110000"/>
              </a:lnSpc>
              <a:spcBef>
                <a:spcPts val="0"/>
              </a:spcBef>
              <a:spcAft>
                <a:spcPts val="0"/>
              </a:spcAft>
              <a:buClr>
                <a:schemeClr val="lt1"/>
              </a:buClr>
              <a:buSzPts val="1400"/>
              <a:buNone/>
            </a:pPr>
            <a:r>
              <a:t/>
            </a:r>
            <a:endParaRPr b="1" sz="1400" cap="none">
              <a:solidFill>
                <a:srgbClr val="002060"/>
              </a:solidFill>
            </a:endParaRPr>
          </a:p>
          <a:p>
            <a:pPr indent="-139700" lvl="0" marL="228600" rtl="0" algn="l">
              <a:lnSpc>
                <a:spcPct val="110000"/>
              </a:lnSpc>
              <a:spcBef>
                <a:spcPts val="1000"/>
              </a:spcBef>
              <a:spcAft>
                <a:spcPts val="0"/>
              </a:spcAft>
              <a:buClr>
                <a:schemeClr val="lt1"/>
              </a:buClr>
              <a:buSzPts val="1400"/>
              <a:buNone/>
            </a:pPr>
            <a:r>
              <a:t/>
            </a:r>
            <a:endParaRPr b="1" sz="1400" cap="none">
              <a:solidFill>
                <a:srgbClr val="002060"/>
              </a:solidFill>
            </a:endParaRPr>
          </a:p>
        </p:txBody>
      </p:sp>
      <p:sp>
        <p:nvSpPr>
          <p:cNvPr id="667" name="Google Shape;667;p3"/>
          <p:cNvSpPr txBox="1"/>
          <p:nvPr/>
        </p:nvSpPr>
        <p:spPr>
          <a:xfrm>
            <a:off x="193522" y="6127179"/>
            <a:ext cx="10931918" cy="619761"/>
          </a:xfrm>
          <a:prstGeom prst="rect">
            <a:avLst/>
          </a:prstGeom>
          <a:solidFill>
            <a:schemeClr val="lt1"/>
          </a:solidFill>
          <a:ln>
            <a:noFill/>
          </a:ln>
        </p:spPr>
        <p:txBody>
          <a:bodyPr anchorCtr="0" anchor="b" bIns="45700" lIns="91425" spcFirstLastPara="1" rIns="91425" wrap="square" tIns="45700">
            <a:normAutofit lnSpcReduction="10000"/>
          </a:bodyPr>
          <a:lstStyle/>
          <a:p>
            <a:pPr indent="0" lvl="0" marL="0" marR="0" rtl="0" algn="l">
              <a:lnSpc>
                <a:spcPct val="100000"/>
              </a:lnSpc>
              <a:spcBef>
                <a:spcPts val="0"/>
              </a:spcBef>
              <a:spcAft>
                <a:spcPts val="0"/>
              </a:spcAft>
              <a:buClr>
                <a:srgbClr val="002060"/>
              </a:buClr>
              <a:buSzPts val="3600"/>
              <a:buFont typeface="Arial"/>
              <a:buNone/>
            </a:pPr>
            <a:r>
              <a:rPr b="1" lang="en-US" sz="3600" cap="none">
                <a:solidFill>
                  <a:srgbClr val="002060"/>
                </a:solidFill>
                <a:latin typeface="Arial"/>
                <a:ea typeface="Arial"/>
                <a:cs typeface="Arial"/>
                <a:sym typeface="Arial"/>
              </a:rPr>
              <a:t>INGENIERÍA DE SOFTWARE </a:t>
            </a:r>
            <a:r>
              <a:rPr b="0" lang="en-US" sz="1800" cap="none">
                <a:solidFill>
                  <a:srgbClr val="797C6D"/>
                </a:solidFill>
                <a:latin typeface="Calibri"/>
                <a:ea typeface="Calibri"/>
                <a:cs typeface="Calibri"/>
                <a:sym typeface="Calibri"/>
              </a:rPr>
              <a:t>DOCENTE : E. MALLÉN GONZALEZ</a:t>
            </a:r>
            <a:r>
              <a:rPr b="1" lang="en-US" sz="3600" cap="none">
                <a:solidFill>
                  <a:srgbClr val="002060"/>
                </a:solidFill>
                <a:latin typeface="Arial"/>
                <a:ea typeface="Arial"/>
                <a:cs typeface="Arial"/>
                <a:sym typeface="Arial"/>
              </a:rPr>
              <a:t> </a:t>
            </a:r>
            <a:endParaRPr b="1" sz="4400" cap="none">
              <a:solidFill>
                <a:srgbClr val="002060"/>
              </a:solidFill>
              <a:latin typeface="Arial"/>
              <a:ea typeface="Arial"/>
              <a:cs typeface="Arial"/>
              <a:sym typeface="Arial"/>
            </a:endParaRPr>
          </a:p>
        </p:txBody>
      </p:sp>
      <p:sp>
        <p:nvSpPr>
          <p:cNvPr id="668" name="Google Shape;668;p3"/>
          <p:cNvSpPr txBox="1"/>
          <p:nvPr>
            <p:ph type="title"/>
          </p:nvPr>
        </p:nvSpPr>
        <p:spPr>
          <a:xfrm>
            <a:off x="6915809" y="1812002"/>
            <a:ext cx="4377817" cy="2095463"/>
          </a:xfrm>
          <a:prstGeom prst="rect">
            <a:avLst/>
          </a:prstGeom>
          <a:noFill/>
          <a:ln>
            <a:noFill/>
          </a:ln>
        </p:spPr>
        <p:txBody>
          <a:bodyPr anchorCtr="0" anchor="ctr" bIns="45700" lIns="91425" spcFirstLastPara="1" rIns="91425" wrap="square" tIns="45700">
            <a:normAutofit/>
          </a:bodyPr>
          <a:lstStyle/>
          <a:p>
            <a:pPr indent="-228600" lvl="0" marL="228600" rtl="0" algn="l">
              <a:lnSpc>
                <a:spcPct val="110000"/>
              </a:lnSpc>
              <a:spcBef>
                <a:spcPts val="0"/>
              </a:spcBef>
              <a:spcAft>
                <a:spcPts val="0"/>
              </a:spcAft>
              <a:buClr>
                <a:srgbClr val="F2F2F2"/>
              </a:buClr>
              <a:buSzPts val="3600"/>
              <a:buFont typeface="Arial"/>
              <a:buNone/>
            </a:pPr>
            <a:r>
              <a:rPr lang="en-US" sz="3600" cap="none">
                <a:solidFill>
                  <a:srgbClr val="F2F2F2"/>
                </a:solidFill>
                <a:latin typeface="Arial"/>
                <a:ea typeface="Arial"/>
                <a:cs typeface="Arial"/>
                <a:sym typeface="Arial"/>
              </a:rPr>
              <a:t>EXPERIENCIA 1: CASO UNILIB BIBLIOTECA</a:t>
            </a:r>
            <a:endParaRPr b="0" sz="3600">
              <a:solidFill>
                <a:srgbClr val="F2F2F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4"/>
          <p:cNvSpPr txBox="1"/>
          <p:nvPr>
            <p:ph idx="1" type="body"/>
          </p:nvPr>
        </p:nvSpPr>
        <p:spPr>
          <a:xfrm>
            <a:off x="654685" y="551041"/>
            <a:ext cx="9346535" cy="469685"/>
          </a:xfrm>
          <a:prstGeom prst="rect">
            <a:avLst/>
          </a:prstGeom>
          <a:noFill/>
          <a:ln>
            <a:noFill/>
          </a:ln>
        </p:spPr>
        <p:txBody>
          <a:bodyPr anchorCtr="0" anchor="t" bIns="45700" lIns="91425" spcFirstLastPara="1" rIns="91425" wrap="square" tIns="45700">
            <a:noAutofit/>
          </a:bodyPr>
          <a:lstStyle/>
          <a:p>
            <a:pPr indent="-228600" lvl="0" marL="228600" rtl="0" algn="l">
              <a:lnSpc>
                <a:spcPct val="110000"/>
              </a:lnSpc>
              <a:spcBef>
                <a:spcPts val="0"/>
              </a:spcBef>
              <a:spcAft>
                <a:spcPts val="0"/>
              </a:spcAft>
              <a:buClr>
                <a:srgbClr val="0E0E0E"/>
              </a:buClr>
              <a:buSzPts val="900"/>
              <a:buNone/>
            </a:pPr>
            <a:r>
              <a:rPr lang="en-US" sz="900" cap="none">
                <a:solidFill>
                  <a:srgbClr val="0E0E0E"/>
                </a:solidFill>
                <a:latin typeface="Helvetica Neue"/>
                <a:ea typeface="Helvetica Neue"/>
                <a:cs typeface="Helvetica Neue"/>
                <a:sym typeface="Helvetica Neue"/>
              </a:rPr>
              <a:t>DIAPOSITIVA 2 – INTRODUCCIÓN Y RESUMEN EJECUTIVO DEL CASO</a:t>
            </a:r>
            <a:endParaRPr/>
          </a:p>
          <a:p>
            <a:pPr indent="0" lvl="0" marL="0" rtl="0" algn="l">
              <a:lnSpc>
                <a:spcPct val="100000"/>
              </a:lnSpc>
              <a:spcBef>
                <a:spcPts val="0"/>
              </a:spcBef>
              <a:spcAft>
                <a:spcPts val="0"/>
              </a:spcAft>
              <a:buClr>
                <a:srgbClr val="0070C0"/>
              </a:buClr>
              <a:buSzPts val="2800"/>
              <a:buNone/>
            </a:pPr>
            <a:r>
              <a:rPr b="0" lang="en-US" sz="2800" cap="none">
                <a:solidFill>
                  <a:srgbClr val="0070C0"/>
                </a:solidFill>
                <a:latin typeface="Oswald SemiBold"/>
                <a:ea typeface="Oswald SemiBold"/>
                <a:cs typeface="Oswald SemiBold"/>
                <a:sym typeface="Oswald SemiBold"/>
              </a:rPr>
              <a:t> RESUMEN DEL PROYECTO</a:t>
            </a:r>
            <a:endParaRPr/>
          </a:p>
          <a:p>
            <a:pPr indent="0" lvl="0" marL="0" rtl="0" algn="l">
              <a:lnSpc>
                <a:spcPct val="110000"/>
              </a:lnSpc>
              <a:spcBef>
                <a:spcPts val="1000"/>
              </a:spcBef>
              <a:spcAft>
                <a:spcPts val="0"/>
              </a:spcAft>
              <a:buClr>
                <a:schemeClr val="dk1"/>
              </a:buClr>
              <a:buSzPts val="3200"/>
              <a:buNone/>
            </a:pPr>
            <a:r>
              <a:t/>
            </a:r>
            <a:endParaRPr/>
          </a:p>
        </p:txBody>
      </p:sp>
      <p:sp>
        <p:nvSpPr>
          <p:cNvPr id="674" name="Google Shape;674;p4"/>
          <p:cNvSpPr txBox="1"/>
          <p:nvPr/>
        </p:nvSpPr>
        <p:spPr>
          <a:xfrm>
            <a:off x="736075" y="1753350"/>
            <a:ext cx="10619400" cy="1624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000">
                <a:solidFill>
                  <a:schemeClr val="dk1"/>
                </a:solidFill>
                <a:latin typeface="Avenir"/>
                <a:ea typeface="Avenir"/>
                <a:cs typeface="Avenir"/>
                <a:sym typeface="Avenir"/>
              </a:rPr>
              <a:t>El proyecto surge de la necesidad de la universidad UNILIB de reemplazar un sistema manual e incompletamente digitalizado. El desafío principal consiste en desarrollar una solución de software independiente que centralice la gestión de usuarios, libros, préstamos y reportes, optimizando la operación interna y mejorando la experiencia de los estudiantes y docentes. </a:t>
            </a:r>
            <a:endParaRPr sz="2000">
              <a:solidFill>
                <a:schemeClr val="dk1"/>
              </a:solidFill>
              <a:latin typeface="Avenir"/>
              <a:ea typeface="Avenir"/>
              <a:cs typeface="Avenir"/>
              <a:sym typeface="Aveni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5"/>
          <p:cNvSpPr txBox="1"/>
          <p:nvPr>
            <p:ph idx="1" type="body"/>
          </p:nvPr>
        </p:nvSpPr>
        <p:spPr>
          <a:xfrm>
            <a:off x="654685" y="551041"/>
            <a:ext cx="9346535" cy="46968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70C0"/>
              </a:buClr>
              <a:buSzPts val="2800"/>
              <a:buNone/>
            </a:pPr>
            <a:r>
              <a:rPr b="0" lang="en-US" sz="2800" cap="none">
                <a:solidFill>
                  <a:srgbClr val="0070C0"/>
                </a:solidFill>
                <a:latin typeface="Oswald SemiBold"/>
                <a:ea typeface="Oswald SemiBold"/>
                <a:cs typeface="Oswald SemiBold"/>
                <a:sym typeface="Oswald SemiBold"/>
              </a:rPr>
              <a:t>ANÁLISIS DEL PROBLEMA</a:t>
            </a:r>
            <a:endParaRPr/>
          </a:p>
          <a:p>
            <a:pPr indent="0" lvl="0" marL="0" rtl="0" algn="l">
              <a:lnSpc>
                <a:spcPct val="110000"/>
              </a:lnSpc>
              <a:spcBef>
                <a:spcPts val="1000"/>
              </a:spcBef>
              <a:spcAft>
                <a:spcPts val="0"/>
              </a:spcAft>
              <a:buClr>
                <a:schemeClr val="dk1"/>
              </a:buClr>
              <a:buSzPts val="3200"/>
              <a:buNone/>
            </a:pPr>
            <a:r>
              <a:t/>
            </a:r>
            <a:endParaRPr/>
          </a:p>
        </p:txBody>
      </p:sp>
      <p:sp>
        <p:nvSpPr>
          <p:cNvPr id="680" name="Google Shape;680;p5"/>
          <p:cNvSpPr txBox="1"/>
          <p:nvPr>
            <p:ph idx="2" type="body"/>
          </p:nvPr>
        </p:nvSpPr>
        <p:spPr>
          <a:xfrm>
            <a:off x="328625" y="1411900"/>
            <a:ext cx="11545800" cy="43473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0000"/>
              </a:lnSpc>
              <a:spcBef>
                <a:spcPts val="1000"/>
              </a:spcBef>
              <a:spcAft>
                <a:spcPts val="0"/>
              </a:spcAft>
              <a:buNone/>
            </a:pPr>
            <a:r>
              <a:t/>
            </a:r>
            <a:endParaRPr/>
          </a:p>
          <a:p>
            <a:pPr indent="0" lvl="0" marL="0" rtl="0" algn="l">
              <a:lnSpc>
                <a:spcPct val="110000"/>
              </a:lnSpc>
              <a:spcBef>
                <a:spcPts val="1000"/>
              </a:spcBef>
              <a:spcAft>
                <a:spcPts val="0"/>
              </a:spcAft>
              <a:buClr>
                <a:schemeClr val="dk1"/>
              </a:buClr>
              <a:buSzPts val="1400"/>
              <a:buNone/>
            </a:pPr>
            <a:r>
              <a:t/>
            </a:r>
            <a:endParaRPr sz="1600"/>
          </a:p>
          <a:p>
            <a:pPr indent="0" lvl="0" marL="0" rtl="0" algn="just">
              <a:lnSpc>
                <a:spcPct val="110000"/>
              </a:lnSpc>
              <a:spcBef>
                <a:spcPts val="1000"/>
              </a:spcBef>
              <a:spcAft>
                <a:spcPts val="0"/>
              </a:spcAft>
              <a:buClr>
                <a:schemeClr val="dk1"/>
              </a:buClr>
              <a:buSzPts val="1400"/>
              <a:buNone/>
            </a:pPr>
            <a:r>
              <a:rPr lang="en-US" sz="2000">
                <a:latin typeface="Avenir"/>
                <a:ea typeface="Avenir"/>
                <a:cs typeface="Avenir"/>
                <a:sym typeface="Avenir"/>
              </a:rPr>
              <a:t>Actualmente el sistema que utiliza la universidad UNILIB presenta multiples problemas ya que es </a:t>
            </a:r>
            <a:r>
              <a:rPr lang="en-US" sz="2000">
                <a:latin typeface="Avenir"/>
                <a:ea typeface="Avenir"/>
                <a:cs typeface="Avenir"/>
                <a:sym typeface="Avenir"/>
              </a:rPr>
              <a:t>lento</a:t>
            </a:r>
            <a:r>
              <a:rPr lang="en-US" sz="2000">
                <a:latin typeface="Avenir"/>
                <a:ea typeface="Avenir"/>
                <a:cs typeface="Avenir"/>
                <a:sym typeface="Avenir"/>
              </a:rPr>
              <a:t>, desactualizado y en algunas veces se necesita realizar acciones de manera manual. Ademas por el alto numero de usuarios y a un sistema poco intuitivo se generan largas filas de espera, perdida de libros y problemas tanto con la gestion como con la generacion de reportes.</a:t>
            </a:r>
            <a:endParaRPr sz="2000">
              <a:latin typeface="Avenir"/>
              <a:ea typeface="Avenir"/>
              <a:cs typeface="Avenir"/>
              <a:sym typeface="Avenir"/>
            </a:endParaRPr>
          </a:p>
          <a:p>
            <a:pPr indent="0" lvl="0" marL="0" rtl="0" algn="just">
              <a:lnSpc>
                <a:spcPct val="110000"/>
              </a:lnSpc>
              <a:spcBef>
                <a:spcPts val="1000"/>
              </a:spcBef>
              <a:spcAft>
                <a:spcPts val="0"/>
              </a:spcAft>
              <a:buClr>
                <a:schemeClr val="dk1"/>
              </a:buClr>
              <a:buSzPts val="1400"/>
              <a:buNone/>
            </a:pPr>
            <a:r>
              <a:rPr lang="en-US" sz="2000">
                <a:latin typeface="Avenir"/>
                <a:ea typeface="Avenir"/>
                <a:cs typeface="Avenir"/>
                <a:sym typeface="Avenir"/>
              </a:rPr>
              <a:t>Cabe </a:t>
            </a:r>
            <a:r>
              <a:rPr lang="en-US" sz="2000">
                <a:latin typeface="Avenir"/>
                <a:ea typeface="Avenir"/>
                <a:cs typeface="Avenir"/>
                <a:sym typeface="Avenir"/>
              </a:rPr>
              <a:t>recalcar</a:t>
            </a:r>
            <a:r>
              <a:rPr lang="en-US" sz="2000">
                <a:latin typeface="Avenir"/>
                <a:ea typeface="Avenir"/>
                <a:cs typeface="Avenir"/>
                <a:sym typeface="Avenir"/>
              </a:rPr>
              <a:t> que el sistema no posee un catalogo de libros online y no tiene la posibilidad de solicitar libros de manera remota con dispositivos personales.</a:t>
            </a:r>
            <a:br>
              <a:rPr lang="en-US"/>
            </a:br>
            <a:endParaRPr b="1" i="1" sz="1800"/>
          </a:p>
          <a:p>
            <a:pPr indent="0" lvl="0" marL="0" rtl="0" algn="l">
              <a:lnSpc>
                <a:spcPct val="110000"/>
              </a:lnSpc>
              <a:spcBef>
                <a:spcPts val="1000"/>
              </a:spcBef>
              <a:spcAft>
                <a:spcPts val="0"/>
              </a:spcAft>
              <a:buClr>
                <a:schemeClr val="dk1"/>
              </a:buClr>
              <a:buSzPts val="1800"/>
              <a:buNone/>
            </a:pPr>
            <a:r>
              <a:t/>
            </a:r>
            <a:endParaRPr sz="1800">
              <a:solidFill>
                <a:srgbClr val="444742"/>
              </a:solidFill>
              <a:latin typeface="Arial"/>
              <a:ea typeface="Arial"/>
              <a:cs typeface="Arial"/>
              <a:sym typeface="Arial"/>
            </a:endParaRPr>
          </a:p>
          <a:p>
            <a:pPr indent="-131445" lvl="0" marL="228600" rtl="0" algn="l">
              <a:lnSpc>
                <a:spcPct val="110000"/>
              </a:lnSpc>
              <a:spcBef>
                <a:spcPts val="2500"/>
              </a:spcBef>
              <a:spcAft>
                <a:spcPts val="0"/>
              </a:spcAft>
              <a:buClr>
                <a:schemeClr val="dk1"/>
              </a:buClr>
              <a:buSzPts val="1800"/>
              <a:buNone/>
            </a:pPr>
            <a:r>
              <a:t/>
            </a:r>
            <a:endParaRPr b="1" sz="1800">
              <a:latin typeface="Open Sans Light"/>
              <a:ea typeface="Open Sans Light"/>
              <a:cs typeface="Open Sans Light"/>
              <a:sym typeface="Open Sans Light"/>
            </a:endParaRPr>
          </a:p>
          <a:p>
            <a:pPr indent="-153035" lvl="0" marL="228600" rtl="0" algn="l">
              <a:lnSpc>
                <a:spcPct val="110000"/>
              </a:lnSpc>
              <a:spcBef>
                <a:spcPts val="1000"/>
              </a:spcBef>
              <a:spcAft>
                <a:spcPts val="0"/>
              </a:spcAft>
              <a:buClr>
                <a:schemeClr val="dk1"/>
              </a:buClr>
              <a:buSzPts val="14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g39763c0eb6b_0_0"/>
          <p:cNvSpPr txBox="1"/>
          <p:nvPr>
            <p:ph idx="1" type="body"/>
          </p:nvPr>
        </p:nvSpPr>
        <p:spPr>
          <a:xfrm>
            <a:off x="654685" y="551041"/>
            <a:ext cx="10200000" cy="469800"/>
          </a:xfrm>
          <a:prstGeom prst="rect">
            <a:avLst/>
          </a:prstGeom>
          <a:noFill/>
          <a:ln>
            <a:noFill/>
          </a:ln>
        </p:spPr>
        <p:txBody>
          <a:bodyPr anchorCtr="0" anchor="t" bIns="45700" lIns="91425" spcFirstLastPara="1" rIns="91425" wrap="square" tIns="45700">
            <a:noAutofit/>
          </a:bodyPr>
          <a:lstStyle/>
          <a:p>
            <a:pPr indent="-228600" lvl="0" marL="228600" rtl="0" algn="l">
              <a:lnSpc>
                <a:spcPct val="110000"/>
              </a:lnSpc>
              <a:spcBef>
                <a:spcPts val="0"/>
              </a:spcBef>
              <a:spcAft>
                <a:spcPts val="0"/>
              </a:spcAft>
              <a:buClr>
                <a:srgbClr val="0070C0"/>
              </a:buClr>
              <a:buSzPts val="2800"/>
              <a:buNone/>
            </a:pPr>
            <a:r>
              <a:rPr b="0" lang="en-US" sz="2800" cap="none">
                <a:solidFill>
                  <a:srgbClr val="0070C0"/>
                </a:solidFill>
                <a:latin typeface="Oswald SemiBold"/>
                <a:ea typeface="Oswald SemiBold"/>
                <a:cs typeface="Oswald SemiBold"/>
                <a:sym typeface="Oswald SemiBold"/>
              </a:rPr>
              <a:t>ÁMBITO DEL SISTEMA UNILIB</a:t>
            </a:r>
            <a:endParaRPr b="0" sz="2800" cap="none">
              <a:solidFill>
                <a:srgbClr val="0070C0"/>
              </a:solidFill>
              <a:latin typeface="Oswald SemiBold"/>
              <a:ea typeface="Oswald SemiBold"/>
              <a:cs typeface="Oswald SemiBold"/>
              <a:sym typeface="Oswald SemiBold"/>
            </a:endParaRPr>
          </a:p>
          <a:p>
            <a:pPr indent="0" lvl="0" marL="0" rtl="0" algn="l">
              <a:lnSpc>
                <a:spcPct val="110000"/>
              </a:lnSpc>
              <a:spcBef>
                <a:spcPts val="1000"/>
              </a:spcBef>
              <a:spcAft>
                <a:spcPts val="0"/>
              </a:spcAft>
              <a:buClr>
                <a:schemeClr val="dk1"/>
              </a:buClr>
              <a:buSzPts val="3200"/>
              <a:buNone/>
            </a:pPr>
            <a:r>
              <a:t/>
            </a:r>
            <a:endParaRPr/>
          </a:p>
        </p:txBody>
      </p:sp>
      <p:sp>
        <p:nvSpPr>
          <p:cNvPr id="686" name="Google Shape;686;g39763c0eb6b_0_0"/>
          <p:cNvSpPr txBox="1"/>
          <p:nvPr>
            <p:ph idx="2" type="body"/>
          </p:nvPr>
        </p:nvSpPr>
        <p:spPr>
          <a:xfrm>
            <a:off x="366300" y="1164625"/>
            <a:ext cx="11263800" cy="53067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1000"/>
              </a:spcBef>
              <a:spcAft>
                <a:spcPts val="0"/>
              </a:spcAft>
              <a:buNone/>
            </a:pPr>
            <a:r>
              <a:t/>
            </a:r>
            <a:endParaRPr sz="2000">
              <a:latin typeface="Open Sans Light"/>
              <a:ea typeface="Open Sans Light"/>
              <a:cs typeface="Open Sans Light"/>
              <a:sym typeface="Open Sans Light"/>
            </a:endParaRPr>
          </a:p>
          <a:p>
            <a:pPr indent="-228600" lvl="0" marL="228600" rtl="0" algn="l">
              <a:lnSpc>
                <a:spcPct val="110000"/>
              </a:lnSpc>
              <a:spcBef>
                <a:spcPts val="1000"/>
              </a:spcBef>
              <a:spcAft>
                <a:spcPts val="0"/>
              </a:spcAft>
              <a:buClr>
                <a:schemeClr val="dk1"/>
              </a:buClr>
              <a:buSzPts val="2000"/>
              <a:buChar char="•"/>
            </a:pPr>
            <a:r>
              <a:rPr b="1" lang="en-US" sz="2000">
                <a:latin typeface="Open Sans Light"/>
                <a:ea typeface="Open Sans Light"/>
                <a:cs typeface="Open Sans Light"/>
                <a:sym typeface="Open Sans Light"/>
              </a:rPr>
              <a:t>Necesidad del Cliente</a:t>
            </a:r>
            <a:endParaRPr sz="2000">
              <a:latin typeface="Open Sans Light"/>
              <a:ea typeface="Open Sans Light"/>
              <a:cs typeface="Open Sans Light"/>
              <a:sym typeface="Open Sans Light"/>
            </a:endParaRPr>
          </a:p>
          <a:p>
            <a:pPr indent="0" lvl="1" marL="0" rtl="0" algn="l">
              <a:lnSpc>
                <a:spcPct val="110000"/>
              </a:lnSpc>
              <a:spcBef>
                <a:spcPts val="500"/>
              </a:spcBef>
              <a:spcAft>
                <a:spcPts val="0"/>
              </a:spcAft>
              <a:buClr>
                <a:schemeClr val="dk1"/>
              </a:buClr>
              <a:buSzPts val="2000"/>
              <a:buNone/>
            </a:pPr>
            <a:r>
              <a:rPr lang="en-US" sz="2000">
                <a:highlight>
                  <a:schemeClr val="lt1"/>
                </a:highlight>
                <a:latin typeface="Open Sans Light"/>
                <a:ea typeface="Open Sans Light"/>
                <a:cs typeface="Open Sans Light"/>
                <a:sym typeface="Open Sans Light"/>
              </a:rPr>
              <a:t>La universidad requiere para su biblioteca un sistema centralizado que permita automatizar los </a:t>
            </a:r>
            <a:r>
              <a:rPr lang="en-US" sz="2000">
                <a:highlight>
                  <a:schemeClr val="lt1"/>
                </a:highlight>
                <a:latin typeface="Open Sans Light"/>
                <a:ea typeface="Open Sans Light"/>
                <a:cs typeface="Open Sans Light"/>
                <a:sym typeface="Open Sans Light"/>
              </a:rPr>
              <a:t>procesos</a:t>
            </a:r>
            <a:r>
              <a:rPr lang="en-US" sz="2000">
                <a:highlight>
                  <a:schemeClr val="lt1"/>
                </a:highlight>
                <a:latin typeface="Open Sans Light"/>
                <a:ea typeface="Open Sans Light"/>
                <a:cs typeface="Open Sans Light"/>
                <a:sym typeface="Open Sans Light"/>
              </a:rPr>
              <a:t> de gestión. Además se busca mejorar el control de inventario, reducir errores y facilitar consulta del catálogo por parte de los usuarios. </a:t>
            </a:r>
            <a:endParaRPr sz="2000">
              <a:highlight>
                <a:schemeClr val="lt1"/>
              </a:highlight>
              <a:latin typeface="Open Sans Light"/>
              <a:ea typeface="Open Sans Light"/>
              <a:cs typeface="Open Sans Light"/>
              <a:sym typeface="Open Sans Light"/>
            </a:endParaRPr>
          </a:p>
          <a:p>
            <a:pPr indent="-355600" lvl="0" marL="457200" rtl="0" algn="l">
              <a:lnSpc>
                <a:spcPct val="110000"/>
              </a:lnSpc>
              <a:spcBef>
                <a:spcPts val="2500"/>
              </a:spcBef>
              <a:spcAft>
                <a:spcPts val="0"/>
              </a:spcAft>
              <a:buSzPts val="2000"/>
              <a:buFont typeface="Open Sans Light"/>
              <a:buChar char="•"/>
            </a:pPr>
            <a:r>
              <a:rPr b="1" lang="en-US" sz="2000">
                <a:latin typeface="Open Sans Light"/>
                <a:ea typeface="Open Sans Light"/>
                <a:cs typeface="Open Sans Light"/>
                <a:sym typeface="Open Sans Light"/>
              </a:rPr>
              <a:t>Objetivo General </a:t>
            </a:r>
            <a:endParaRPr b="1" sz="2000">
              <a:latin typeface="Open Sans Light"/>
              <a:ea typeface="Open Sans Light"/>
              <a:cs typeface="Open Sans Light"/>
              <a:sym typeface="Open Sans Light"/>
            </a:endParaRPr>
          </a:p>
          <a:p>
            <a:pPr indent="0" lvl="0" marL="0" rtl="0" algn="l">
              <a:lnSpc>
                <a:spcPct val="110000"/>
              </a:lnSpc>
              <a:spcBef>
                <a:spcPts val="2500"/>
              </a:spcBef>
              <a:spcAft>
                <a:spcPts val="0"/>
              </a:spcAft>
              <a:buClr>
                <a:schemeClr val="dk1"/>
              </a:buClr>
              <a:buSzPts val="2000"/>
              <a:buNone/>
            </a:pPr>
            <a:r>
              <a:rPr b="1" lang="en-US" sz="2000">
                <a:latin typeface="Open Sans Light"/>
                <a:ea typeface="Open Sans Light"/>
                <a:cs typeface="Open Sans Light"/>
                <a:sym typeface="Open Sans Light"/>
              </a:rPr>
              <a:t>Desarrollar un sistema de gestión bibliotecaria que permita administrar usuarios, libros, préstamos y devoluciones, mejorando la eficiencia operativa y experiencia del usuario mediante la automatización de los procesos.</a:t>
            </a:r>
            <a:endParaRPr/>
          </a:p>
          <a:p>
            <a:pPr indent="0" lvl="1" marL="0" rtl="0" algn="l">
              <a:lnSpc>
                <a:spcPct val="110000"/>
              </a:lnSpc>
              <a:spcBef>
                <a:spcPts val="500"/>
              </a:spcBef>
              <a:spcAft>
                <a:spcPts val="0"/>
              </a:spcAft>
              <a:buClr>
                <a:srgbClr val="000000"/>
              </a:buClr>
              <a:buSzPts val="2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6"/>
          <p:cNvSpPr txBox="1"/>
          <p:nvPr>
            <p:ph idx="1" type="body"/>
          </p:nvPr>
        </p:nvSpPr>
        <p:spPr>
          <a:xfrm>
            <a:off x="654685" y="551041"/>
            <a:ext cx="10199975" cy="469685"/>
          </a:xfrm>
          <a:prstGeom prst="rect">
            <a:avLst/>
          </a:prstGeom>
          <a:noFill/>
          <a:ln>
            <a:noFill/>
          </a:ln>
        </p:spPr>
        <p:txBody>
          <a:bodyPr anchorCtr="0" anchor="t" bIns="45700" lIns="91425" spcFirstLastPara="1" rIns="91425" wrap="square" tIns="45700">
            <a:noAutofit/>
          </a:bodyPr>
          <a:lstStyle/>
          <a:p>
            <a:pPr indent="-228600" lvl="0" marL="228600" rtl="0" algn="l">
              <a:lnSpc>
                <a:spcPct val="110000"/>
              </a:lnSpc>
              <a:spcBef>
                <a:spcPts val="0"/>
              </a:spcBef>
              <a:spcAft>
                <a:spcPts val="0"/>
              </a:spcAft>
              <a:buClr>
                <a:srgbClr val="0070C0"/>
              </a:buClr>
              <a:buSzPts val="2800"/>
              <a:buNone/>
            </a:pPr>
            <a:r>
              <a:rPr b="0" lang="en-US" sz="2800" cap="none">
                <a:solidFill>
                  <a:srgbClr val="0070C0"/>
                </a:solidFill>
                <a:latin typeface="Oswald SemiBold"/>
                <a:ea typeface="Oswald SemiBold"/>
                <a:cs typeface="Oswald SemiBold"/>
                <a:sym typeface="Oswald SemiBold"/>
              </a:rPr>
              <a:t>ÁMBITO DEL SISTEMA UNILIB</a:t>
            </a:r>
            <a:endParaRPr b="0" sz="2800" cap="none">
              <a:solidFill>
                <a:srgbClr val="0070C0"/>
              </a:solidFill>
              <a:latin typeface="Oswald SemiBold"/>
              <a:ea typeface="Oswald SemiBold"/>
              <a:cs typeface="Oswald SemiBold"/>
              <a:sym typeface="Oswald SemiBold"/>
            </a:endParaRPr>
          </a:p>
          <a:p>
            <a:pPr indent="0" lvl="0" marL="0" rtl="0" algn="l">
              <a:lnSpc>
                <a:spcPct val="110000"/>
              </a:lnSpc>
              <a:spcBef>
                <a:spcPts val="1000"/>
              </a:spcBef>
              <a:spcAft>
                <a:spcPts val="0"/>
              </a:spcAft>
              <a:buClr>
                <a:schemeClr val="dk1"/>
              </a:buClr>
              <a:buSzPts val="3200"/>
              <a:buNone/>
            </a:pPr>
            <a:r>
              <a:t/>
            </a:r>
            <a:endParaRPr/>
          </a:p>
        </p:txBody>
      </p:sp>
      <p:sp>
        <p:nvSpPr>
          <p:cNvPr id="692" name="Google Shape;692;p6"/>
          <p:cNvSpPr txBox="1"/>
          <p:nvPr>
            <p:ph idx="2" type="body"/>
          </p:nvPr>
        </p:nvSpPr>
        <p:spPr>
          <a:xfrm>
            <a:off x="401225" y="1077225"/>
            <a:ext cx="6287700" cy="5306700"/>
          </a:xfrm>
          <a:prstGeom prst="rect">
            <a:avLst/>
          </a:prstGeom>
          <a:noFill/>
          <a:ln>
            <a:noFill/>
          </a:ln>
        </p:spPr>
        <p:txBody>
          <a:bodyPr anchorCtr="0" anchor="t" bIns="45700" lIns="91425" spcFirstLastPara="1" rIns="91425" wrap="square" tIns="45700">
            <a:noAutofit/>
          </a:bodyPr>
          <a:lstStyle/>
          <a:p>
            <a:pPr indent="0" lvl="1" marL="0" rtl="0" algn="l">
              <a:lnSpc>
                <a:spcPct val="110000"/>
              </a:lnSpc>
              <a:spcBef>
                <a:spcPts val="500"/>
              </a:spcBef>
              <a:spcAft>
                <a:spcPts val="0"/>
              </a:spcAft>
              <a:buClr>
                <a:srgbClr val="000000"/>
              </a:buClr>
              <a:buSzPts val="2000"/>
              <a:buNone/>
            </a:pPr>
            <a:r>
              <a:rPr b="1" lang="en-US">
                <a:solidFill>
                  <a:srgbClr val="0B5394"/>
                </a:solidFill>
              </a:rPr>
              <a:t>Lo que hará el sistema:</a:t>
            </a:r>
            <a:endParaRPr b="1">
              <a:solidFill>
                <a:srgbClr val="0B5394"/>
              </a:solidFill>
            </a:endParaRPr>
          </a:p>
          <a:p>
            <a:pPr indent="0" lvl="1" marL="0" rtl="0" algn="l">
              <a:lnSpc>
                <a:spcPct val="110000"/>
              </a:lnSpc>
              <a:spcBef>
                <a:spcPts val="500"/>
              </a:spcBef>
              <a:spcAft>
                <a:spcPts val="0"/>
              </a:spcAft>
              <a:buClr>
                <a:srgbClr val="000000"/>
              </a:buClr>
              <a:buSzPts val="2000"/>
              <a:buNone/>
            </a:pPr>
            <a:r>
              <a:rPr b="1" lang="en-US" sz="2000"/>
              <a:t>Gestión de usuarios:</a:t>
            </a:r>
            <a:endParaRPr b="1" sz="2000"/>
          </a:p>
          <a:p>
            <a:pPr indent="-342900" lvl="0" marL="457200" rtl="0" algn="l">
              <a:lnSpc>
                <a:spcPct val="110000"/>
              </a:lnSpc>
              <a:spcBef>
                <a:spcPts val="500"/>
              </a:spcBef>
              <a:spcAft>
                <a:spcPts val="0"/>
              </a:spcAft>
              <a:buSzPts val="1800"/>
              <a:buFont typeface="Avenir"/>
              <a:buChar char="-"/>
            </a:pPr>
            <a:r>
              <a:rPr lang="en-US" sz="1800">
                <a:latin typeface="Avenir"/>
                <a:ea typeface="Avenir"/>
                <a:cs typeface="Avenir"/>
                <a:sym typeface="Avenir"/>
              </a:rPr>
              <a:t>Administrará usuarios s/g roles.</a:t>
            </a:r>
            <a:endParaRPr sz="1800">
              <a:latin typeface="Avenir"/>
              <a:ea typeface="Avenir"/>
              <a:cs typeface="Avenir"/>
              <a:sym typeface="Avenir"/>
            </a:endParaRPr>
          </a:p>
          <a:p>
            <a:pPr indent="0" lvl="0" marL="0" rtl="0" algn="l">
              <a:lnSpc>
                <a:spcPct val="110000"/>
              </a:lnSpc>
              <a:spcBef>
                <a:spcPts val="500"/>
              </a:spcBef>
              <a:spcAft>
                <a:spcPts val="0"/>
              </a:spcAft>
              <a:buNone/>
            </a:pPr>
            <a:r>
              <a:rPr b="1" lang="en-US" sz="2000">
                <a:latin typeface="Avenir"/>
                <a:ea typeface="Avenir"/>
                <a:cs typeface="Avenir"/>
                <a:sym typeface="Avenir"/>
              </a:rPr>
              <a:t>Gestión de libros:</a:t>
            </a:r>
            <a:endParaRPr b="1" sz="2000">
              <a:latin typeface="Avenir"/>
              <a:ea typeface="Avenir"/>
              <a:cs typeface="Avenir"/>
              <a:sym typeface="Avenir"/>
            </a:endParaRPr>
          </a:p>
          <a:p>
            <a:pPr indent="-342900" lvl="0" marL="457200" rtl="0" algn="l">
              <a:lnSpc>
                <a:spcPct val="110000"/>
              </a:lnSpc>
              <a:spcBef>
                <a:spcPts val="500"/>
              </a:spcBef>
              <a:spcAft>
                <a:spcPts val="0"/>
              </a:spcAft>
              <a:buSzPts val="1800"/>
              <a:buFont typeface="Avenir"/>
              <a:buChar char="-"/>
            </a:pPr>
            <a:r>
              <a:rPr lang="en-US" sz="1800">
                <a:latin typeface="Avenir"/>
                <a:ea typeface="Avenir"/>
                <a:cs typeface="Avenir"/>
                <a:sym typeface="Avenir"/>
              </a:rPr>
              <a:t>Gestión de libros y materiales disponibles.</a:t>
            </a:r>
            <a:endParaRPr sz="1800">
              <a:latin typeface="Avenir"/>
              <a:ea typeface="Avenir"/>
              <a:cs typeface="Avenir"/>
              <a:sym typeface="Avenir"/>
            </a:endParaRPr>
          </a:p>
          <a:p>
            <a:pPr indent="0" lvl="0" marL="0" rtl="0" algn="l">
              <a:lnSpc>
                <a:spcPct val="110000"/>
              </a:lnSpc>
              <a:spcBef>
                <a:spcPts val="500"/>
              </a:spcBef>
              <a:spcAft>
                <a:spcPts val="0"/>
              </a:spcAft>
              <a:buNone/>
            </a:pPr>
            <a:r>
              <a:rPr b="1" lang="en-US" sz="2000">
                <a:latin typeface="Avenir"/>
                <a:ea typeface="Avenir"/>
                <a:cs typeface="Avenir"/>
                <a:sym typeface="Avenir"/>
              </a:rPr>
              <a:t>Préstamos y devoluciones:</a:t>
            </a:r>
            <a:endParaRPr b="1" sz="2000">
              <a:latin typeface="Avenir"/>
              <a:ea typeface="Avenir"/>
              <a:cs typeface="Avenir"/>
              <a:sym typeface="Avenir"/>
            </a:endParaRPr>
          </a:p>
          <a:p>
            <a:pPr indent="-342900" lvl="0" marL="457200" rtl="0" algn="l">
              <a:lnSpc>
                <a:spcPct val="110000"/>
              </a:lnSpc>
              <a:spcBef>
                <a:spcPts val="500"/>
              </a:spcBef>
              <a:spcAft>
                <a:spcPts val="0"/>
              </a:spcAft>
              <a:buSzPts val="1800"/>
              <a:buFont typeface="Avenir"/>
              <a:buChar char="-"/>
            </a:pPr>
            <a:r>
              <a:rPr lang="en-US" sz="1800">
                <a:latin typeface="Avenir"/>
                <a:ea typeface="Avenir"/>
                <a:cs typeface="Avenir"/>
                <a:sym typeface="Avenir"/>
              </a:rPr>
              <a:t>Eficiencia en registro y control de libros.</a:t>
            </a:r>
            <a:endParaRPr sz="1800">
              <a:latin typeface="Avenir"/>
              <a:ea typeface="Avenir"/>
              <a:cs typeface="Avenir"/>
              <a:sym typeface="Avenir"/>
            </a:endParaRPr>
          </a:p>
          <a:p>
            <a:pPr indent="0" lvl="0" marL="0" rtl="0" algn="l">
              <a:lnSpc>
                <a:spcPct val="110000"/>
              </a:lnSpc>
              <a:spcBef>
                <a:spcPts val="500"/>
              </a:spcBef>
              <a:spcAft>
                <a:spcPts val="0"/>
              </a:spcAft>
              <a:buNone/>
            </a:pPr>
            <a:r>
              <a:rPr b="1" lang="en-US" sz="2000">
                <a:latin typeface="Avenir"/>
                <a:ea typeface="Avenir"/>
                <a:cs typeface="Avenir"/>
                <a:sym typeface="Avenir"/>
              </a:rPr>
              <a:t>Catálogo en línea:</a:t>
            </a:r>
            <a:endParaRPr b="1" sz="2000">
              <a:latin typeface="Avenir"/>
              <a:ea typeface="Avenir"/>
              <a:cs typeface="Avenir"/>
              <a:sym typeface="Avenir"/>
            </a:endParaRPr>
          </a:p>
          <a:p>
            <a:pPr indent="-342900" lvl="0" marL="457200" rtl="0" algn="l">
              <a:lnSpc>
                <a:spcPct val="110000"/>
              </a:lnSpc>
              <a:spcBef>
                <a:spcPts val="500"/>
              </a:spcBef>
              <a:spcAft>
                <a:spcPts val="0"/>
              </a:spcAft>
              <a:buSzPts val="1800"/>
              <a:buFont typeface="Avenir"/>
              <a:buChar char="-"/>
            </a:pPr>
            <a:r>
              <a:rPr lang="en-US" sz="1800">
                <a:latin typeface="Avenir"/>
                <a:ea typeface="Avenir"/>
                <a:cs typeface="Avenir"/>
                <a:sym typeface="Avenir"/>
              </a:rPr>
              <a:t>Información y disponibilidad de libros.</a:t>
            </a:r>
            <a:endParaRPr sz="1800">
              <a:latin typeface="Avenir"/>
              <a:ea typeface="Avenir"/>
              <a:cs typeface="Avenir"/>
              <a:sym typeface="Avenir"/>
            </a:endParaRPr>
          </a:p>
          <a:p>
            <a:pPr indent="0" lvl="0" marL="0" rtl="0" algn="l">
              <a:lnSpc>
                <a:spcPct val="110000"/>
              </a:lnSpc>
              <a:spcBef>
                <a:spcPts val="500"/>
              </a:spcBef>
              <a:spcAft>
                <a:spcPts val="0"/>
              </a:spcAft>
              <a:buNone/>
            </a:pPr>
            <a:r>
              <a:rPr b="1" lang="en-US" sz="2000">
                <a:latin typeface="Avenir"/>
                <a:ea typeface="Avenir"/>
                <a:cs typeface="Avenir"/>
                <a:sym typeface="Avenir"/>
              </a:rPr>
              <a:t>Reportes y estadísticas:</a:t>
            </a:r>
            <a:endParaRPr b="1" sz="2000">
              <a:latin typeface="Avenir"/>
              <a:ea typeface="Avenir"/>
              <a:cs typeface="Avenir"/>
              <a:sym typeface="Avenir"/>
            </a:endParaRPr>
          </a:p>
          <a:p>
            <a:pPr indent="-342900" lvl="0" marL="457200" rtl="0" algn="l">
              <a:lnSpc>
                <a:spcPct val="110000"/>
              </a:lnSpc>
              <a:spcBef>
                <a:spcPts val="500"/>
              </a:spcBef>
              <a:spcAft>
                <a:spcPts val="0"/>
              </a:spcAft>
              <a:buSzPts val="1800"/>
              <a:buFont typeface="Avenir"/>
              <a:buChar char="-"/>
            </a:pPr>
            <a:r>
              <a:rPr lang="en-US" sz="1800">
                <a:latin typeface="Avenir"/>
                <a:ea typeface="Avenir"/>
                <a:cs typeface="Avenir"/>
                <a:sym typeface="Avenir"/>
              </a:rPr>
              <a:t>Información útil.</a:t>
            </a:r>
            <a:endParaRPr sz="1800">
              <a:latin typeface="Avenir"/>
              <a:ea typeface="Avenir"/>
              <a:cs typeface="Avenir"/>
              <a:sym typeface="Avenir"/>
            </a:endParaRPr>
          </a:p>
          <a:p>
            <a:pPr indent="0" lvl="0" marL="0" rtl="0" algn="l">
              <a:lnSpc>
                <a:spcPct val="110000"/>
              </a:lnSpc>
              <a:spcBef>
                <a:spcPts val="500"/>
              </a:spcBef>
              <a:spcAft>
                <a:spcPts val="0"/>
              </a:spcAft>
              <a:buNone/>
            </a:pPr>
            <a:r>
              <a:rPr b="1" lang="en-US" sz="2000">
                <a:latin typeface="Avenir"/>
                <a:ea typeface="Avenir"/>
                <a:cs typeface="Avenir"/>
                <a:sym typeface="Avenir"/>
              </a:rPr>
              <a:t>Mejora del sistema:</a:t>
            </a:r>
            <a:endParaRPr b="1" sz="2000">
              <a:latin typeface="Avenir"/>
              <a:ea typeface="Avenir"/>
              <a:cs typeface="Avenir"/>
              <a:sym typeface="Avenir"/>
            </a:endParaRPr>
          </a:p>
          <a:p>
            <a:pPr indent="-342900" lvl="0" marL="457200" rtl="0" algn="l">
              <a:lnSpc>
                <a:spcPct val="110000"/>
              </a:lnSpc>
              <a:spcBef>
                <a:spcPts val="500"/>
              </a:spcBef>
              <a:spcAft>
                <a:spcPts val="0"/>
              </a:spcAft>
              <a:buSzPts val="1800"/>
              <a:buFont typeface="Avenir"/>
              <a:buChar char="-"/>
            </a:pPr>
            <a:r>
              <a:rPr lang="en-US" sz="1800">
                <a:latin typeface="Avenir"/>
                <a:ea typeface="Avenir"/>
                <a:cs typeface="Avenir"/>
                <a:sym typeface="Avenir"/>
              </a:rPr>
              <a:t>Optimización de procesos.</a:t>
            </a:r>
            <a:endParaRPr sz="1800">
              <a:latin typeface="Avenir"/>
              <a:ea typeface="Avenir"/>
              <a:cs typeface="Avenir"/>
              <a:sym typeface="Avenir"/>
            </a:endParaRPr>
          </a:p>
          <a:p>
            <a:pPr indent="0" lvl="1" marL="0" rtl="0" algn="l">
              <a:lnSpc>
                <a:spcPct val="110000"/>
              </a:lnSpc>
              <a:spcBef>
                <a:spcPts val="500"/>
              </a:spcBef>
              <a:spcAft>
                <a:spcPts val="0"/>
              </a:spcAft>
              <a:buClr>
                <a:srgbClr val="000000"/>
              </a:buClr>
              <a:buSzPts val="2000"/>
              <a:buNone/>
            </a:pPr>
            <a:r>
              <a:t/>
            </a:r>
            <a:endParaRPr/>
          </a:p>
        </p:txBody>
      </p:sp>
      <p:sp>
        <p:nvSpPr>
          <p:cNvPr id="693" name="Google Shape;693;p6"/>
          <p:cNvSpPr txBox="1"/>
          <p:nvPr/>
        </p:nvSpPr>
        <p:spPr>
          <a:xfrm>
            <a:off x="6485250" y="1230688"/>
            <a:ext cx="4977900" cy="2787900"/>
          </a:xfrm>
          <a:prstGeom prst="rect">
            <a:avLst/>
          </a:prstGeom>
          <a:noFill/>
          <a:ln>
            <a:noFill/>
          </a:ln>
        </p:spPr>
        <p:txBody>
          <a:bodyPr anchorCtr="0" anchor="t" bIns="91425" lIns="91425" spcFirstLastPara="1" rIns="91425" wrap="square" tIns="91425">
            <a:spAutoFit/>
          </a:bodyPr>
          <a:lstStyle/>
          <a:p>
            <a:pPr indent="0" lvl="1" marL="0" rtl="0" algn="l">
              <a:lnSpc>
                <a:spcPct val="110000"/>
              </a:lnSpc>
              <a:spcBef>
                <a:spcPts val="500"/>
              </a:spcBef>
              <a:spcAft>
                <a:spcPts val="0"/>
              </a:spcAft>
              <a:buClr>
                <a:schemeClr val="dk1"/>
              </a:buClr>
              <a:buSzPts val="2000"/>
              <a:buFont typeface="Arial"/>
              <a:buNone/>
            </a:pPr>
            <a:r>
              <a:rPr b="1" lang="en-US" sz="2400">
                <a:solidFill>
                  <a:srgbClr val="0B5394"/>
                </a:solidFill>
                <a:latin typeface="Avenir"/>
                <a:ea typeface="Avenir"/>
                <a:cs typeface="Avenir"/>
                <a:sym typeface="Avenir"/>
              </a:rPr>
              <a:t>Lo que no hará el sistema:</a:t>
            </a:r>
            <a:endParaRPr b="1" sz="2400">
              <a:solidFill>
                <a:srgbClr val="0B5394"/>
              </a:solidFill>
              <a:latin typeface="Avenir"/>
              <a:ea typeface="Avenir"/>
              <a:cs typeface="Avenir"/>
              <a:sym typeface="Avenir"/>
            </a:endParaRPr>
          </a:p>
          <a:p>
            <a:pPr indent="0" lvl="1" marL="0" rtl="0" algn="l">
              <a:lnSpc>
                <a:spcPct val="110000"/>
              </a:lnSpc>
              <a:spcBef>
                <a:spcPts val="500"/>
              </a:spcBef>
              <a:spcAft>
                <a:spcPts val="0"/>
              </a:spcAft>
              <a:buClr>
                <a:schemeClr val="dk1"/>
              </a:buClr>
              <a:buSzPts val="2000"/>
              <a:buFont typeface="Arial"/>
              <a:buNone/>
            </a:pPr>
            <a:r>
              <a:rPr b="1" lang="en-US" sz="2100">
                <a:solidFill>
                  <a:schemeClr val="dk1"/>
                </a:solidFill>
                <a:latin typeface="Avenir"/>
                <a:ea typeface="Avenir"/>
                <a:cs typeface="Avenir"/>
                <a:sym typeface="Avenir"/>
              </a:rPr>
              <a:t>Integración externa:</a:t>
            </a:r>
            <a:endParaRPr b="1" sz="2100">
              <a:solidFill>
                <a:schemeClr val="dk1"/>
              </a:solidFill>
              <a:latin typeface="Avenir"/>
              <a:ea typeface="Avenir"/>
              <a:cs typeface="Avenir"/>
              <a:sym typeface="Avenir"/>
            </a:endParaRPr>
          </a:p>
          <a:p>
            <a:pPr indent="-349250" lvl="0" marL="457200" rtl="0" algn="l">
              <a:lnSpc>
                <a:spcPct val="110000"/>
              </a:lnSpc>
              <a:spcBef>
                <a:spcPts val="500"/>
              </a:spcBef>
              <a:spcAft>
                <a:spcPts val="0"/>
              </a:spcAft>
              <a:buClr>
                <a:schemeClr val="dk1"/>
              </a:buClr>
              <a:buSzPts val="1900"/>
              <a:buFont typeface="Avenir"/>
              <a:buChar char="-"/>
            </a:pPr>
            <a:r>
              <a:rPr lang="en-US" sz="1900">
                <a:solidFill>
                  <a:schemeClr val="dk1"/>
                </a:solidFill>
                <a:latin typeface="Avenir"/>
                <a:ea typeface="Avenir"/>
                <a:cs typeface="Avenir"/>
                <a:sym typeface="Avenir"/>
              </a:rPr>
              <a:t>Conexión con otras bibliotecas y sistemas externos.</a:t>
            </a:r>
            <a:endParaRPr sz="1900">
              <a:solidFill>
                <a:schemeClr val="dk1"/>
              </a:solidFill>
              <a:latin typeface="Avenir"/>
              <a:ea typeface="Avenir"/>
              <a:cs typeface="Avenir"/>
              <a:sym typeface="Avenir"/>
            </a:endParaRPr>
          </a:p>
          <a:p>
            <a:pPr indent="0" lvl="0" marL="0" rtl="0" algn="l">
              <a:lnSpc>
                <a:spcPct val="110000"/>
              </a:lnSpc>
              <a:spcBef>
                <a:spcPts val="500"/>
              </a:spcBef>
              <a:spcAft>
                <a:spcPts val="0"/>
              </a:spcAft>
              <a:buNone/>
            </a:pPr>
            <a:r>
              <a:rPr b="1" lang="en-US" sz="2100">
                <a:solidFill>
                  <a:schemeClr val="dk1"/>
                </a:solidFill>
                <a:latin typeface="Avenir"/>
                <a:ea typeface="Avenir"/>
                <a:cs typeface="Avenir"/>
                <a:sym typeface="Avenir"/>
              </a:rPr>
              <a:t>Gestión de libros:</a:t>
            </a:r>
            <a:endParaRPr b="1" sz="2100">
              <a:solidFill>
                <a:schemeClr val="dk1"/>
              </a:solidFill>
              <a:latin typeface="Avenir"/>
              <a:ea typeface="Avenir"/>
              <a:cs typeface="Avenir"/>
              <a:sym typeface="Avenir"/>
            </a:endParaRPr>
          </a:p>
          <a:p>
            <a:pPr indent="-349250" lvl="0" marL="457200" rtl="0" algn="l">
              <a:lnSpc>
                <a:spcPct val="110000"/>
              </a:lnSpc>
              <a:spcBef>
                <a:spcPts val="500"/>
              </a:spcBef>
              <a:spcAft>
                <a:spcPts val="0"/>
              </a:spcAft>
              <a:buClr>
                <a:schemeClr val="dk1"/>
              </a:buClr>
              <a:buSzPts val="1900"/>
              <a:buFont typeface="Avenir"/>
              <a:buChar char="-"/>
            </a:pPr>
            <a:r>
              <a:rPr lang="en-US" sz="1900">
                <a:solidFill>
                  <a:schemeClr val="dk1"/>
                </a:solidFill>
                <a:latin typeface="Avenir"/>
                <a:ea typeface="Avenir"/>
                <a:cs typeface="Avenir"/>
                <a:sym typeface="Avenir"/>
              </a:rPr>
              <a:t>Gestión de adquisiciones.</a:t>
            </a:r>
            <a:endParaRPr sz="1900">
              <a:solidFill>
                <a:schemeClr val="dk1"/>
              </a:solidFill>
              <a:latin typeface="Avenir"/>
              <a:ea typeface="Avenir"/>
              <a:cs typeface="Avenir"/>
              <a:sym typeface="Avenir"/>
            </a:endParaRPr>
          </a:p>
          <a:p>
            <a:pPr indent="0" lvl="0" marL="0" rtl="0" algn="l">
              <a:lnSpc>
                <a:spcPct val="110000"/>
              </a:lnSpc>
              <a:spcBef>
                <a:spcPts val="500"/>
              </a:spcBef>
              <a:spcAft>
                <a:spcPts val="0"/>
              </a:spcAft>
              <a:buNone/>
            </a:pPr>
            <a:r>
              <a:t/>
            </a:r>
            <a:endParaRPr b="1" sz="1300">
              <a:solidFill>
                <a:srgbClr val="0B5394"/>
              </a:solidFill>
              <a:latin typeface="Calibri"/>
              <a:ea typeface="Calibri"/>
              <a:cs typeface="Calibri"/>
              <a:sym typeface="Calibri"/>
            </a:endParaRPr>
          </a:p>
        </p:txBody>
      </p:sp>
      <p:sp>
        <p:nvSpPr>
          <p:cNvPr id="694" name="Google Shape;694;p6"/>
          <p:cNvSpPr txBox="1"/>
          <p:nvPr/>
        </p:nvSpPr>
        <p:spPr>
          <a:xfrm>
            <a:off x="6485250" y="4018600"/>
            <a:ext cx="4786500" cy="2487900"/>
          </a:xfrm>
          <a:prstGeom prst="rect">
            <a:avLst/>
          </a:prstGeom>
          <a:noFill/>
          <a:ln>
            <a:noFill/>
          </a:ln>
        </p:spPr>
        <p:txBody>
          <a:bodyPr anchorCtr="0" anchor="t" bIns="91425" lIns="91425" spcFirstLastPara="1" rIns="91425" wrap="square" tIns="91425">
            <a:noAutofit/>
          </a:bodyPr>
          <a:lstStyle/>
          <a:p>
            <a:pPr indent="0" lvl="1" marL="0" rtl="0" algn="l">
              <a:lnSpc>
                <a:spcPct val="110000"/>
              </a:lnSpc>
              <a:spcBef>
                <a:spcPts val="500"/>
              </a:spcBef>
              <a:spcAft>
                <a:spcPts val="0"/>
              </a:spcAft>
              <a:buClr>
                <a:schemeClr val="dk1"/>
              </a:buClr>
              <a:buSzPts val="1100"/>
              <a:buFont typeface="Arial"/>
              <a:buNone/>
            </a:pPr>
            <a:r>
              <a:rPr b="1" lang="en-US" sz="2400">
                <a:solidFill>
                  <a:srgbClr val="0B5394"/>
                </a:solidFill>
                <a:latin typeface="Avenir"/>
                <a:ea typeface="Avenir"/>
                <a:cs typeface="Avenir"/>
                <a:sym typeface="Avenir"/>
              </a:rPr>
              <a:t>Beneficios</a:t>
            </a:r>
            <a:r>
              <a:rPr b="1" lang="en-US" sz="2400">
                <a:solidFill>
                  <a:srgbClr val="0B5394"/>
                </a:solidFill>
                <a:latin typeface="Avenir"/>
                <a:ea typeface="Avenir"/>
                <a:cs typeface="Avenir"/>
                <a:sym typeface="Avenir"/>
              </a:rPr>
              <a:t>:</a:t>
            </a:r>
            <a:endParaRPr b="1" sz="2400">
              <a:solidFill>
                <a:srgbClr val="0B5394"/>
              </a:solidFill>
              <a:latin typeface="Avenir"/>
              <a:ea typeface="Avenir"/>
              <a:cs typeface="Avenir"/>
              <a:sym typeface="Avenir"/>
            </a:endParaRPr>
          </a:p>
          <a:p>
            <a:pPr indent="-349250" lvl="0" marL="457200" rtl="0" algn="l">
              <a:lnSpc>
                <a:spcPct val="110000"/>
              </a:lnSpc>
              <a:spcBef>
                <a:spcPts val="500"/>
              </a:spcBef>
              <a:spcAft>
                <a:spcPts val="0"/>
              </a:spcAft>
              <a:buClr>
                <a:schemeClr val="dk1"/>
              </a:buClr>
              <a:buSzPts val="1900"/>
              <a:buFont typeface="Avenir"/>
              <a:buChar char="-"/>
            </a:pPr>
            <a:r>
              <a:rPr lang="en-US" sz="2100">
                <a:solidFill>
                  <a:schemeClr val="dk1"/>
                </a:solidFill>
                <a:latin typeface="Avenir"/>
                <a:ea typeface="Avenir"/>
                <a:cs typeface="Avenir"/>
                <a:sym typeface="Avenir"/>
              </a:rPr>
              <a:t>Procesos rápidos</a:t>
            </a:r>
            <a:endParaRPr sz="2100">
              <a:solidFill>
                <a:schemeClr val="dk1"/>
              </a:solidFill>
              <a:latin typeface="Avenir"/>
              <a:ea typeface="Avenir"/>
              <a:cs typeface="Avenir"/>
              <a:sym typeface="Avenir"/>
            </a:endParaRPr>
          </a:p>
          <a:p>
            <a:pPr indent="-361950" lvl="0" marL="457200" rtl="0" algn="l">
              <a:lnSpc>
                <a:spcPct val="110000"/>
              </a:lnSpc>
              <a:spcBef>
                <a:spcPts val="0"/>
              </a:spcBef>
              <a:spcAft>
                <a:spcPts val="0"/>
              </a:spcAft>
              <a:buClr>
                <a:schemeClr val="dk1"/>
              </a:buClr>
              <a:buSzPts val="2100"/>
              <a:buFont typeface="Avenir"/>
              <a:buChar char="-"/>
            </a:pPr>
            <a:r>
              <a:rPr lang="en-US" sz="2100">
                <a:solidFill>
                  <a:schemeClr val="dk1"/>
                </a:solidFill>
                <a:latin typeface="Avenir"/>
                <a:ea typeface="Avenir"/>
                <a:cs typeface="Avenir"/>
                <a:sym typeface="Avenir"/>
              </a:rPr>
              <a:t>Control de inventario</a:t>
            </a:r>
            <a:endParaRPr sz="2100">
              <a:solidFill>
                <a:schemeClr val="dk1"/>
              </a:solidFill>
              <a:latin typeface="Avenir"/>
              <a:ea typeface="Avenir"/>
              <a:cs typeface="Avenir"/>
              <a:sym typeface="Avenir"/>
            </a:endParaRPr>
          </a:p>
          <a:p>
            <a:pPr indent="-361950" lvl="0" marL="457200" rtl="0" algn="l">
              <a:lnSpc>
                <a:spcPct val="110000"/>
              </a:lnSpc>
              <a:spcBef>
                <a:spcPts val="0"/>
              </a:spcBef>
              <a:spcAft>
                <a:spcPts val="0"/>
              </a:spcAft>
              <a:buClr>
                <a:schemeClr val="dk1"/>
              </a:buClr>
              <a:buSzPts val="2100"/>
              <a:buFont typeface="Avenir"/>
              <a:buChar char="-"/>
            </a:pPr>
            <a:r>
              <a:rPr lang="en-US" sz="2100">
                <a:solidFill>
                  <a:schemeClr val="dk1"/>
                </a:solidFill>
                <a:latin typeface="Avenir"/>
                <a:ea typeface="Avenir"/>
                <a:cs typeface="Avenir"/>
                <a:sym typeface="Avenir"/>
              </a:rPr>
              <a:t>Acceso remoto</a:t>
            </a:r>
            <a:endParaRPr sz="2100">
              <a:solidFill>
                <a:schemeClr val="dk1"/>
              </a:solidFill>
              <a:latin typeface="Avenir"/>
              <a:ea typeface="Avenir"/>
              <a:cs typeface="Avenir"/>
              <a:sym typeface="Avenir"/>
            </a:endParaRPr>
          </a:p>
          <a:p>
            <a:pPr indent="-361950" lvl="0" marL="457200" rtl="0" algn="l">
              <a:lnSpc>
                <a:spcPct val="110000"/>
              </a:lnSpc>
              <a:spcBef>
                <a:spcPts val="0"/>
              </a:spcBef>
              <a:spcAft>
                <a:spcPts val="0"/>
              </a:spcAft>
              <a:buClr>
                <a:schemeClr val="dk1"/>
              </a:buClr>
              <a:buSzPts val="2100"/>
              <a:buFont typeface="Avenir"/>
              <a:buChar char="-"/>
            </a:pPr>
            <a:r>
              <a:rPr lang="en-US" sz="2100">
                <a:solidFill>
                  <a:schemeClr val="dk1"/>
                </a:solidFill>
                <a:latin typeface="Avenir"/>
                <a:ea typeface="Avenir"/>
                <a:cs typeface="Avenir"/>
                <a:sym typeface="Avenir"/>
              </a:rPr>
              <a:t>Satisfacción del usuario</a:t>
            </a:r>
            <a:endParaRPr sz="2100">
              <a:solidFill>
                <a:schemeClr val="dk1"/>
              </a:solidFill>
              <a:latin typeface="Avenir"/>
              <a:ea typeface="Avenir"/>
              <a:cs typeface="Avenir"/>
              <a:sym typeface="Aveni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7"/>
          <p:cNvSpPr txBox="1"/>
          <p:nvPr>
            <p:ph type="title"/>
          </p:nvPr>
        </p:nvSpPr>
        <p:spPr>
          <a:xfrm>
            <a:off x="986975" y="283725"/>
            <a:ext cx="9310200" cy="1252800"/>
          </a:xfrm>
          <a:prstGeom prst="rect">
            <a:avLst/>
          </a:prstGeom>
          <a:noFill/>
          <a:ln>
            <a:noFill/>
          </a:ln>
        </p:spPr>
        <p:txBody>
          <a:bodyPr anchorCtr="0" anchor="t" bIns="45700" lIns="137150" spcFirstLastPara="1" rIns="91425" wrap="square" tIns="137150">
            <a:normAutofit/>
          </a:bodyPr>
          <a:lstStyle/>
          <a:p>
            <a:pPr indent="0" lvl="0" marL="0" rtl="0" algn="ctr">
              <a:lnSpc>
                <a:spcPct val="90000"/>
              </a:lnSpc>
              <a:spcBef>
                <a:spcPts val="0"/>
              </a:spcBef>
              <a:spcAft>
                <a:spcPts val="0"/>
              </a:spcAft>
              <a:buClr>
                <a:srgbClr val="0070C0"/>
              </a:buClr>
              <a:buSzPts val="4400"/>
              <a:buFont typeface="Avenir"/>
              <a:buNone/>
            </a:pPr>
            <a:r>
              <a:rPr lang="en-US">
                <a:solidFill>
                  <a:srgbClr val="0070C0"/>
                </a:solidFill>
              </a:rPr>
              <a:t>Organizacion del sistema</a:t>
            </a:r>
            <a:endParaRPr>
              <a:solidFill>
                <a:srgbClr val="0095FF"/>
              </a:solidFill>
            </a:endParaRPr>
          </a:p>
        </p:txBody>
      </p:sp>
      <p:sp>
        <p:nvSpPr>
          <p:cNvPr id="701" name="Google Shape;701;p7"/>
          <p:cNvSpPr txBox="1"/>
          <p:nvPr>
            <p:ph idx="10" type="dt"/>
          </p:nvPr>
        </p:nvSpPr>
        <p:spPr>
          <a:xfrm>
            <a:off x="10913100" y="6029868"/>
            <a:ext cx="1179600" cy="365100"/>
          </a:xfrm>
          <a:prstGeom prst="rect">
            <a:avLst/>
          </a:prstGeom>
          <a:solidFill>
            <a:schemeClr val="lt1"/>
          </a:solid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18/04/2026</a:t>
            </a:r>
            <a:endParaRPr/>
          </a:p>
        </p:txBody>
      </p:sp>
      <p:sp>
        <p:nvSpPr>
          <p:cNvPr id="702" name="Google Shape;70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pic>
        <p:nvPicPr>
          <p:cNvPr id="703" name="Google Shape;703;p7" title="diagrama_sistema_biblioteca.png"/>
          <p:cNvPicPr preferRelativeResize="0"/>
          <p:nvPr/>
        </p:nvPicPr>
        <p:blipFill>
          <a:blip r:embed="rId3">
            <a:alphaModFix/>
          </a:blip>
          <a:stretch>
            <a:fillRect/>
          </a:stretch>
        </p:blipFill>
        <p:spPr>
          <a:xfrm>
            <a:off x="1351600" y="1154425"/>
            <a:ext cx="9561498" cy="4973540"/>
          </a:xfrm>
          <a:prstGeom prst="rect">
            <a:avLst/>
          </a:prstGeom>
          <a:noFill/>
          <a:ln>
            <a:noFill/>
          </a:ln>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8" name="Shape 708"/>
        <p:cNvGrpSpPr/>
        <p:nvPr/>
      </p:nvGrpSpPr>
      <p:grpSpPr>
        <a:xfrm>
          <a:off x="0" y="0"/>
          <a:ext cx="0" cy="0"/>
          <a:chOff x="0" y="0"/>
          <a:chExt cx="0" cy="0"/>
        </a:xfrm>
      </p:grpSpPr>
      <p:sp>
        <p:nvSpPr>
          <p:cNvPr id="709" name="Google Shape;709;p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710" name="Google Shape;710;p8"/>
          <p:cNvSpPr txBox="1"/>
          <p:nvPr>
            <p:ph idx="10" type="dt"/>
          </p:nvPr>
        </p:nvSpPr>
        <p:spPr>
          <a:xfrm>
            <a:off x="1051560" y="6356350"/>
            <a:ext cx="2529840" cy="365125"/>
          </a:xfrm>
          <a:prstGeom prst="rect">
            <a:avLst/>
          </a:prstGeom>
          <a:solidFill>
            <a:schemeClr val="lt1"/>
          </a:solid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solidFill>
                  <a:srgbClr val="7F7F7F"/>
                </a:solidFill>
              </a:rPr>
              <a:t>18/04/2026</a:t>
            </a:r>
            <a:endParaRPr/>
          </a:p>
        </p:txBody>
      </p:sp>
      <p:sp>
        <p:nvSpPr>
          <p:cNvPr id="711" name="Google Shape;711;p8"/>
          <p:cNvSpPr txBox="1"/>
          <p:nvPr>
            <p:ph idx="12" type="sldNum"/>
          </p:nvPr>
        </p:nvSpPr>
        <p:spPr>
          <a:xfrm>
            <a:off x="8610600" y="6356350"/>
            <a:ext cx="2746248"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rgbClr val="7F7F7F"/>
                </a:solidFill>
              </a:rPr>
              <a:t>‹#›</a:t>
            </a:fld>
            <a:endParaRPr>
              <a:solidFill>
                <a:srgbClr val="7F7F7F"/>
              </a:solidFill>
            </a:endParaRPr>
          </a:p>
        </p:txBody>
      </p:sp>
      <p:graphicFrame>
        <p:nvGraphicFramePr>
          <p:cNvPr id="712" name="Google Shape;712;p8"/>
          <p:cNvGraphicFramePr/>
          <p:nvPr/>
        </p:nvGraphicFramePr>
        <p:xfrm>
          <a:off x="2055256" y="1214755"/>
          <a:ext cx="3000000" cy="3000000"/>
        </p:xfrm>
        <a:graphic>
          <a:graphicData uri="http://schemas.openxmlformats.org/drawingml/2006/table">
            <a:tbl>
              <a:tblPr bandRow="1" firstRow="1">
                <a:solidFill>
                  <a:srgbClr val="F2F2F2">
                    <a:alpha val="45098"/>
                  </a:srgbClr>
                </a:solidFill>
                <a:tableStyleId>{35C3EE8A-8E82-421A-A9E0-3C8A1A4B3DE0}</a:tableStyleId>
              </a:tblPr>
              <a:tblGrid>
                <a:gridCol w="2222575"/>
                <a:gridCol w="5858925"/>
              </a:tblGrid>
              <a:tr h="880150">
                <a:tc>
                  <a:txBody>
                    <a:bodyPr/>
                    <a:lstStyle/>
                    <a:p>
                      <a:pPr indent="0" lvl="0" marL="0" marR="0" rtl="0" algn="l">
                        <a:spcBef>
                          <a:spcPts val="0"/>
                        </a:spcBef>
                        <a:spcAft>
                          <a:spcPts val="0"/>
                        </a:spcAft>
                        <a:buNone/>
                      </a:pPr>
                      <a:r>
                        <a:rPr b="0" lang="en-US" sz="1800" u="none" cap="none" strike="noStrike">
                          <a:solidFill>
                            <a:schemeClr val="lt1"/>
                          </a:solidFill>
                        </a:rPr>
                        <a:t>usuario</a:t>
                      </a:r>
                      <a:endParaRPr/>
                    </a:p>
                  </a:txBody>
                  <a:tcPr marT="117050" marB="58525" marR="117050" marL="117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b="0" lang="en-US" sz="1800" cap="none">
                          <a:solidFill>
                            <a:schemeClr val="lt1"/>
                          </a:solidFill>
                        </a:rPr>
                        <a:t>Descripción breve</a:t>
                      </a:r>
                      <a:endParaRPr/>
                    </a:p>
                  </a:txBody>
                  <a:tcPr marT="117050" marB="58525" marR="117050" marL="117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1049400">
                <a:tc>
                  <a:txBody>
                    <a:bodyPr/>
                    <a:lstStyle/>
                    <a:p>
                      <a:pPr indent="0" lvl="0" marL="0" marR="0" rtl="0" algn="l">
                        <a:spcBef>
                          <a:spcPts val="0"/>
                        </a:spcBef>
                        <a:spcAft>
                          <a:spcPts val="0"/>
                        </a:spcAft>
                        <a:buNone/>
                      </a:pPr>
                      <a:r>
                        <a:rPr lang="en-US" sz="1500"/>
                        <a:t>Administrador</a:t>
                      </a:r>
                      <a:endParaRPr sz="1500" cap="none">
                        <a:solidFill>
                          <a:schemeClr val="dk1"/>
                        </a:solidFill>
                      </a:endParaRPr>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solidFill>
                      <a:srgbClr val="F2F2F2">
                        <a:alpha val="45098"/>
                      </a:srgbClr>
                    </a:solidFill>
                  </a:tcPr>
                </a:tc>
                <a:tc>
                  <a:txBody>
                    <a:bodyPr/>
                    <a:lstStyle/>
                    <a:p>
                      <a:pPr indent="0" lvl="0" marL="0" rtl="0" algn="l">
                        <a:spcBef>
                          <a:spcPts val="0"/>
                        </a:spcBef>
                        <a:spcAft>
                          <a:spcPts val="0"/>
                        </a:spcAft>
                        <a:buClr>
                          <a:schemeClr val="dk1"/>
                        </a:buClr>
                        <a:buSzPts val="1100"/>
                        <a:buFont typeface="Arial"/>
                        <a:buNone/>
                      </a:pPr>
                      <a:r>
                        <a:rPr lang="en-US" sz="1600">
                          <a:latin typeface="Calibri"/>
                          <a:ea typeface="Calibri"/>
                          <a:cs typeface="Calibri"/>
                          <a:sym typeface="Calibri"/>
                        </a:rPr>
                        <a:t>El encargado de gestionar las operaciones del sistema administrando los usuarios, asignación de roles y generar reportes detallados.</a:t>
                      </a:r>
                      <a:endParaRPr sz="2000" cap="none">
                        <a:solidFill>
                          <a:schemeClr val="dk1"/>
                        </a:solidFill>
                      </a:endParaRPr>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solidFill>
                      <a:srgbClr val="F2F2F2">
                        <a:alpha val="45098"/>
                      </a:srgbClr>
                    </a:solidFill>
                  </a:tcPr>
                </a:tc>
              </a:tr>
              <a:tr h="717900">
                <a:tc>
                  <a:txBody>
                    <a:bodyPr/>
                    <a:lstStyle/>
                    <a:p>
                      <a:pPr indent="0" lvl="0" marL="0" marR="0" rtl="0" algn="l">
                        <a:spcBef>
                          <a:spcPts val="0"/>
                        </a:spcBef>
                        <a:spcAft>
                          <a:spcPts val="0"/>
                        </a:spcAft>
                        <a:buNone/>
                      </a:pPr>
                      <a:r>
                        <a:rPr lang="en-US" sz="1600"/>
                        <a:t>Estudiante-Profesor</a:t>
                      </a:r>
                      <a:endParaRPr sz="1600" cap="none">
                        <a:solidFill>
                          <a:schemeClr val="dk1"/>
                        </a:solidFill>
                      </a:endParaRPr>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FBFBF">
                        <a:alpha val="34901"/>
                      </a:srgbClr>
                    </a:solidFill>
                  </a:tcPr>
                </a:tc>
                <a:tc>
                  <a:txBody>
                    <a:bodyPr/>
                    <a:lstStyle/>
                    <a:p>
                      <a:pPr indent="0" lvl="0" marL="0" rtl="0" algn="l">
                        <a:spcBef>
                          <a:spcPts val="0"/>
                        </a:spcBef>
                        <a:spcAft>
                          <a:spcPts val="0"/>
                        </a:spcAft>
                        <a:buClr>
                          <a:schemeClr val="dk1"/>
                        </a:buClr>
                        <a:buSzPts val="1100"/>
                        <a:buFont typeface="Arial"/>
                        <a:buNone/>
                      </a:pPr>
                      <a:r>
                        <a:rPr lang="en-US" sz="1600">
                          <a:latin typeface="Calibri"/>
                          <a:ea typeface="Calibri"/>
                          <a:cs typeface="Calibri"/>
                          <a:sym typeface="Calibri"/>
                        </a:rPr>
                        <a:t>Usuario final del sistema, puede consultar la disponibilidad de libros y materiales, solicitar préstamos y ver su perfil.</a:t>
                      </a:r>
                      <a:endParaRPr sz="2000" cap="none">
                        <a:solidFill>
                          <a:schemeClr val="dk1"/>
                        </a:solidFill>
                      </a:endParaRPr>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FBFBF">
                        <a:alpha val="34901"/>
                      </a:srgbClr>
                    </a:solidFill>
                  </a:tcPr>
                </a:tc>
              </a:tr>
              <a:tr h="1171100">
                <a:tc>
                  <a:txBody>
                    <a:bodyPr/>
                    <a:lstStyle/>
                    <a:p>
                      <a:pPr indent="0" lvl="0" marL="0" marR="0" rtl="0" algn="l">
                        <a:spcBef>
                          <a:spcPts val="0"/>
                        </a:spcBef>
                        <a:spcAft>
                          <a:spcPts val="0"/>
                        </a:spcAft>
                        <a:buNone/>
                      </a:pPr>
                      <a:r>
                        <a:rPr lang="en-US" sz="1600"/>
                        <a:t>Bibliotecario</a:t>
                      </a:r>
                      <a:endParaRPr sz="1600" cap="none">
                        <a:solidFill>
                          <a:schemeClr val="dk1"/>
                        </a:solidFill>
                      </a:endParaRPr>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solidFill>
                      <a:srgbClr val="F2F2F2">
                        <a:alpha val="45098"/>
                      </a:srgbClr>
                    </a:solidFill>
                  </a:tcPr>
                </a:tc>
                <a:tc>
                  <a:txBody>
                    <a:bodyPr/>
                    <a:lstStyle/>
                    <a:p>
                      <a:pPr indent="0" lvl="0" marL="0" rtl="0" algn="l">
                        <a:spcBef>
                          <a:spcPts val="0"/>
                        </a:spcBef>
                        <a:spcAft>
                          <a:spcPts val="0"/>
                        </a:spcAft>
                        <a:buClr>
                          <a:schemeClr val="dk1"/>
                        </a:buClr>
                        <a:buSzPts val="1100"/>
                        <a:buFont typeface="Arial"/>
                        <a:buNone/>
                      </a:pPr>
                      <a:r>
                        <a:rPr lang="en-US" sz="1600">
                          <a:latin typeface="Calibri"/>
                          <a:ea typeface="Calibri"/>
                          <a:cs typeface="Calibri"/>
                          <a:sym typeface="Calibri"/>
                        </a:rPr>
                        <a:t>Encargado de la gestión de la biblioteca, administra los registros,modificación, listado de registros, control de libros y materiales, gestiona los préstamos y devoluciones siendo el principal operador del sistema.</a:t>
                      </a:r>
                      <a:endParaRPr sz="1600" cap="none">
                        <a:solidFill>
                          <a:schemeClr val="dk1"/>
                        </a:solidFill>
                      </a:endParaRPr>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solidFill>
                      <a:srgbClr val="F2F2F2">
                        <a:alpha val="45098"/>
                      </a:srgbClr>
                    </a:solidFill>
                  </a:tcPr>
                </a:tc>
              </a:tr>
              <a:tr h="922975">
                <a:tc>
                  <a:txBody>
                    <a:bodyPr/>
                    <a:lstStyle/>
                    <a:p>
                      <a:pPr indent="0" lvl="0" marL="0" marR="0" rtl="0" algn="l">
                        <a:spcBef>
                          <a:spcPts val="0"/>
                        </a:spcBef>
                        <a:spcAft>
                          <a:spcPts val="0"/>
                        </a:spcAft>
                        <a:buClr>
                          <a:schemeClr val="dk1"/>
                        </a:buClr>
                        <a:buSzPts val="1500"/>
                        <a:buFont typeface="Avenir"/>
                        <a:buNone/>
                      </a:pPr>
                      <a:r>
                        <a:rPr lang="en-US" sz="1500"/>
                        <a:t>SuperAdmin</a:t>
                      </a:r>
                      <a:endParaRPr sz="1500" cap="none">
                        <a:solidFill>
                          <a:schemeClr val="dk1"/>
                        </a:solidFill>
                      </a:endParaRPr>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FBFBF">
                        <a:alpha val="34901"/>
                      </a:srgbClr>
                    </a:solidFill>
                  </a:tcPr>
                </a:tc>
                <a:tc>
                  <a:txBody>
                    <a:bodyPr/>
                    <a:lstStyle/>
                    <a:p>
                      <a:pPr indent="0" lvl="0" marL="0" rtl="0" algn="l">
                        <a:spcBef>
                          <a:spcPts val="0"/>
                        </a:spcBef>
                        <a:spcAft>
                          <a:spcPts val="0"/>
                        </a:spcAft>
                        <a:buClr>
                          <a:schemeClr val="dk1"/>
                        </a:buClr>
                        <a:buSzPts val="1100"/>
                        <a:buFont typeface="Arial"/>
                        <a:buNone/>
                      </a:pPr>
                      <a:r>
                        <a:rPr lang="en-US" sz="1600">
                          <a:latin typeface="Calibri"/>
                          <a:ea typeface="Calibri"/>
                          <a:cs typeface="Calibri"/>
                          <a:sym typeface="Calibri"/>
                        </a:rPr>
                        <a:t>Usuario con el más alto nivel de acceso dentro del sistema, tiene el control total de las funciones, configuraciones y permisos.</a:t>
                      </a:r>
                      <a:endParaRPr b="1" sz="2000" cap="none">
                        <a:solidFill>
                          <a:schemeClr val="dk1"/>
                        </a:solidFill>
                      </a:endParaRPr>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FBFBF">
                        <a:alpha val="34901"/>
                      </a:srgbClr>
                    </a:solidFill>
                  </a:tcPr>
                </a:tc>
              </a:tr>
              <a:tr h="544350">
                <a:tc>
                  <a:txBody>
                    <a:bodyPr/>
                    <a:lstStyle/>
                    <a:p>
                      <a:pPr indent="0" lvl="0" marL="0" marR="0" rtl="0" algn="l">
                        <a:spcBef>
                          <a:spcPts val="0"/>
                        </a:spcBef>
                        <a:spcAft>
                          <a:spcPts val="0"/>
                        </a:spcAft>
                        <a:buClr>
                          <a:schemeClr val="dk1"/>
                        </a:buClr>
                        <a:buSzPts val="1500"/>
                        <a:buFont typeface="Avenir"/>
                        <a:buNone/>
                      </a:pPr>
                      <a:r>
                        <a:rPr lang="en-US" sz="1500"/>
                        <a:t>Desarrolador</a:t>
                      </a:r>
                      <a:endParaRPr sz="1500" cap="none">
                        <a:solidFill>
                          <a:schemeClr val="dk1"/>
                        </a:solidFill>
                      </a:endParaRPr>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alpha val="45098"/>
                      </a:srgbClr>
                    </a:solidFill>
                  </a:tcPr>
                </a:tc>
                <a:tc>
                  <a:txBody>
                    <a:bodyPr/>
                    <a:lstStyle/>
                    <a:p>
                      <a:pPr indent="0" lvl="0" marL="0" rtl="0" algn="l">
                        <a:spcBef>
                          <a:spcPts val="0"/>
                        </a:spcBef>
                        <a:spcAft>
                          <a:spcPts val="0"/>
                        </a:spcAft>
                        <a:buClr>
                          <a:schemeClr val="dk1"/>
                        </a:buClr>
                        <a:buSzPts val="1100"/>
                        <a:buFont typeface="Arial"/>
                        <a:buNone/>
                      </a:pPr>
                      <a:r>
                        <a:rPr lang="en-US" sz="1600">
                          <a:latin typeface="Calibri"/>
                          <a:ea typeface="Calibri"/>
                          <a:cs typeface="Calibri"/>
                          <a:sym typeface="Calibri"/>
                        </a:rPr>
                        <a:t>Persona encargada de desarrollar y mantener el sistema.</a:t>
                      </a:r>
                      <a:endParaRPr sz="1600" cap="none">
                        <a:solidFill>
                          <a:schemeClr val="dk1"/>
                        </a:solidFill>
                      </a:endParaRPr>
                    </a:p>
                  </a:txBody>
                  <a:tcPr marT="117050" marB="58525" marR="117050" marL="117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alpha val="45098"/>
                      </a:srgbClr>
                    </a:solidFill>
                  </a:tcPr>
                </a:tc>
              </a:tr>
            </a:tbl>
          </a:graphicData>
        </a:graphic>
      </p:graphicFrame>
      <p:sp>
        <p:nvSpPr>
          <p:cNvPr id="713" name="Google Shape;713;p8"/>
          <p:cNvSpPr txBox="1"/>
          <p:nvPr/>
        </p:nvSpPr>
        <p:spPr>
          <a:xfrm>
            <a:off x="1410800" y="387350"/>
            <a:ext cx="8917500" cy="73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800">
                <a:solidFill>
                  <a:schemeClr val="dk1"/>
                </a:solidFill>
              </a:rPr>
              <a:t>Usuarios del sistema</a:t>
            </a:r>
            <a:endParaRPr sz="2800">
              <a:solidFill>
                <a:schemeClr val="dk1"/>
              </a:solidFil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9"/>
          <p:cNvSpPr txBox="1"/>
          <p:nvPr>
            <p:ph type="title"/>
          </p:nvPr>
        </p:nvSpPr>
        <p:spPr>
          <a:xfrm>
            <a:off x="371653" y="333855"/>
            <a:ext cx="4780509" cy="1380814"/>
          </a:xfrm>
          <a:prstGeom prst="rect">
            <a:avLst/>
          </a:prstGeom>
          <a:noFill/>
          <a:ln>
            <a:noFill/>
          </a:ln>
        </p:spPr>
        <p:txBody>
          <a:bodyPr anchorCtr="0" anchor="t" bIns="45700" lIns="137150" spcFirstLastPara="1" rIns="91425" wrap="square" tIns="137150">
            <a:normAutofit/>
          </a:bodyPr>
          <a:lstStyle/>
          <a:p>
            <a:pPr indent="0" lvl="0" marL="0" rtl="0" algn="l">
              <a:lnSpc>
                <a:spcPct val="90000"/>
              </a:lnSpc>
              <a:spcBef>
                <a:spcPts val="0"/>
              </a:spcBef>
              <a:spcAft>
                <a:spcPts val="0"/>
              </a:spcAft>
              <a:buClr>
                <a:srgbClr val="0070C0"/>
              </a:buClr>
              <a:buSzPts val="2600"/>
              <a:buFont typeface="Avenir"/>
              <a:buNone/>
            </a:pPr>
            <a:r>
              <a:rPr b="1" lang="en-US" sz="2600">
                <a:solidFill>
                  <a:srgbClr val="0070C0"/>
                </a:solidFill>
              </a:rPr>
              <a:t>Metodología de desarrollo seleccionada: Kanban</a:t>
            </a:r>
            <a:endParaRPr b="1" sz="2600">
              <a:solidFill>
                <a:srgbClr val="0070C0"/>
              </a:solidFill>
            </a:endParaRPr>
          </a:p>
        </p:txBody>
      </p:sp>
      <p:sp>
        <p:nvSpPr>
          <p:cNvPr id="720" name="Google Shape;720;p9"/>
          <p:cNvSpPr txBox="1"/>
          <p:nvPr>
            <p:ph idx="1" type="body"/>
          </p:nvPr>
        </p:nvSpPr>
        <p:spPr>
          <a:xfrm>
            <a:off x="5389516" y="685800"/>
            <a:ext cx="5430884" cy="520498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10000"/>
              </a:lnSpc>
              <a:spcBef>
                <a:spcPts val="0"/>
              </a:spcBef>
              <a:spcAft>
                <a:spcPts val="0"/>
              </a:spcAft>
              <a:buClr>
                <a:schemeClr val="dk1"/>
              </a:buClr>
              <a:buSzPct val="100000"/>
              <a:buFont typeface="Arial"/>
              <a:buNone/>
            </a:pPr>
            <a:r>
              <a:rPr b="1" lang="en-US"/>
              <a:t>Importancia de la selección metodológica</a:t>
            </a:r>
            <a:endParaRPr b="1"/>
          </a:p>
          <a:p>
            <a:pPr indent="0" lvl="1" marL="0" rtl="0" algn="l">
              <a:lnSpc>
                <a:spcPct val="110000"/>
              </a:lnSpc>
              <a:spcBef>
                <a:spcPts val="500"/>
              </a:spcBef>
              <a:spcAft>
                <a:spcPts val="0"/>
              </a:spcAft>
              <a:buClr>
                <a:schemeClr val="dk1"/>
              </a:buClr>
              <a:buSzPct val="100000"/>
              <a:buFont typeface="Arial"/>
              <a:buNone/>
            </a:pPr>
            <a:r>
              <a:rPr lang="en-US"/>
              <a:t>El equipo utilizó Kanban porque se adapta a un proyecto por módulos con prioridades que pueden cambiar a lo largo del desarrollo, y esta </a:t>
            </a:r>
            <a:r>
              <a:rPr lang="en-US"/>
              <a:t>metodología</a:t>
            </a:r>
            <a:r>
              <a:rPr lang="en-US"/>
              <a:t> permite organizar y visualizar el trabajo de forma continua. </a:t>
            </a:r>
            <a:endParaRPr/>
          </a:p>
          <a:p>
            <a:pPr indent="0" lvl="0" marL="0" rtl="0" algn="l">
              <a:lnSpc>
                <a:spcPct val="110000"/>
              </a:lnSpc>
              <a:spcBef>
                <a:spcPts val="2500"/>
              </a:spcBef>
              <a:spcAft>
                <a:spcPts val="0"/>
              </a:spcAft>
              <a:buClr>
                <a:schemeClr val="dk1"/>
              </a:buClr>
              <a:buSzPct val="100000"/>
              <a:buFont typeface="Arial"/>
              <a:buNone/>
            </a:pPr>
            <a:r>
              <a:rPr b="1" lang="en-US"/>
              <a:t>Justificación de la elección</a:t>
            </a:r>
            <a:endParaRPr b="1"/>
          </a:p>
          <a:p>
            <a:pPr indent="0" lvl="1" marL="0" rtl="0" algn="l">
              <a:lnSpc>
                <a:spcPct val="110000"/>
              </a:lnSpc>
              <a:spcBef>
                <a:spcPts val="500"/>
              </a:spcBef>
              <a:spcAft>
                <a:spcPts val="0"/>
              </a:spcAft>
              <a:buClr>
                <a:schemeClr val="dk1"/>
              </a:buClr>
              <a:buSzPct val="100000"/>
              <a:buFont typeface="Arial"/>
              <a:buNone/>
            </a:pPr>
            <a:r>
              <a:rPr lang="en-US"/>
              <a:t>Es opción elegida porque: el límite de WIP evita la sobrecarga de los integrantes y detecta cuellos de botella de forma temprana. Es ideal para equipos pequeños donde el trabajo llega de forma continua y modular y como se menciono antes, permite adaptar prioridades en cualquier momento sin interrumpir el flujo de trabajo }.</a:t>
            </a:r>
            <a:endParaRPr/>
          </a:p>
          <a:p>
            <a:pPr indent="0" lvl="0" marL="0" rtl="0" algn="l">
              <a:lnSpc>
                <a:spcPct val="110000"/>
              </a:lnSpc>
              <a:spcBef>
                <a:spcPts val="2500"/>
              </a:spcBef>
              <a:spcAft>
                <a:spcPts val="0"/>
              </a:spcAft>
              <a:buClr>
                <a:schemeClr val="dk1"/>
              </a:buClr>
              <a:buSzPct val="100000"/>
              <a:buNone/>
            </a:pPr>
            <a:r>
              <a:t/>
            </a:r>
            <a:endParaRPr/>
          </a:p>
          <a:p>
            <a:pPr indent="0" lvl="0" marL="0" rtl="0" algn="l">
              <a:lnSpc>
                <a:spcPct val="110000"/>
              </a:lnSpc>
              <a:spcBef>
                <a:spcPts val="2500"/>
              </a:spcBef>
              <a:spcAft>
                <a:spcPts val="0"/>
              </a:spcAft>
              <a:buClr>
                <a:schemeClr val="dk1"/>
              </a:buClr>
              <a:buSzPct val="100000"/>
              <a:buFont typeface="Arial"/>
              <a:buNone/>
            </a:pPr>
            <a:r>
              <a:t/>
            </a:r>
            <a:endParaRPr b="1"/>
          </a:p>
        </p:txBody>
      </p:sp>
      <p:sp>
        <p:nvSpPr>
          <p:cNvPr id="721" name="Google Shape;721;p9"/>
          <p:cNvSpPr txBox="1"/>
          <p:nvPr>
            <p:ph idx="10" type="dt"/>
          </p:nvPr>
        </p:nvSpPr>
        <p:spPr>
          <a:xfrm>
            <a:off x="10058400" y="6029868"/>
            <a:ext cx="1179576" cy="365125"/>
          </a:xfrm>
          <a:prstGeom prst="rect">
            <a:avLst/>
          </a:prstGeom>
          <a:solidFill>
            <a:schemeClr val="lt1"/>
          </a:solid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18/04/2026</a:t>
            </a:r>
            <a:endParaRPr/>
          </a:p>
        </p:txBody>
      </p:sp>
      <p:sp>
        <p:nvSpPr>
          <p:cNvPr id="722" name="Google Shape;722;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pic>
        <p:nvPicPr>
          <p:cNvPr id="723" name="Google Shape;723;p9" title="Captura de pantalla 2026-04-17 235806.png"/>
          <p:cNvPicPr preferRelativeResize="0"/>
          <p:nvPr/>
        </p:nvPicPr>
        <p:blipFill>
          <a:blip r:embed="rId3">
            <a:alphaModFix/>
          </a:blip>
          <a:stretch>
            <a:fillRect/>
          </a:stretch>
        </p:blipFill>
        <p:spPr>
          <a:xfrm>
            <a:off x="219538" y="1450081"/>
            <a:ext cx="5084716" cy="3957833"/>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720"/>
                                        </p:tgtEl>
                                        <p:attrNameLst>
                                          <p:attrName>style.visibility</p:attrName>
                                        </p:attrNameLst>
                                      </p:cBhvr>
                                      <p:to>
                                        <p:strVal val="visible"/>
                                      </p:to>
                                    </p:set>
                                    <p:animEffect filter="fade" transition="in">
                                      <p:cBhvr>
                                        <p:cTn dur="500"/>
                                        <p:tgtEl>
                                          <p:spTgt spid="7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0"/>
          <p:cNvSpPr txBox="1"/>
          <p:nvPr>
            <p:ph type="ctrTitle"/>
          </p:nvPr>
        </p:nvSpPr>
        <p:spPr>
          <a:xfrm>
            <a:off x="1737424" y="349400"/>
            <a:ext cx="7754400" cy="647700"/>
          </a:xfrm>
          <a:prstGeom prst="rect">
            <a:avLst/>
          </a:prstGeom>
          <a:noFill/>
          <a:ln>
            <a:noFill/>
          </a:ln>
        </p:spPr>
        <p:txBody>
          <a:bodyPr anchorCtr="0" anchor="t" bIns="137150" lIns="91425" spcFirstLastPara="1" rIns="91425" wrap="square" tIns="45700">
            <a:noAutofit/>
          </a:bodyPr>
          <a:lstStyle/>
          <a:p>
            <a:pPr indent="0" lvl="0" marL="0" rtl="0" algn="l">
              <a:lnSpc>
                <a:spcPct val="100000"/>
              </a:lnSpc>
              <a:spcBef>
                <a:spcPts val="0"/>
              </a:spcBef>
              <a:spcAft>
                <a:spcPts val="0"/>
              </a:spcAft>
              <a:buClr>
                <a:srgbClr val="0070C0"/>
              </a:buClr>
              <a:buSzPts val="4000"/>
              <a:buFont typeface="Open Sans Light"/>
              <a:buNone/>
            </a:pPr>
            <a:r>
              <a:rPr b="1" lang="en-US" sz="3000">
                <a:solidFill>
                  <a:srgbClr val="0070C0"/>
                </a:solidFill>
                <a:latin typeface="Open Sans Light"/>
                <a:ea typeface="Open Sans Light"/>
                <a:cs typeface="Open Sans Light"/>
                <a:sym typeface="Open Sans Light"/>
              </a:rPr>
              <a:t>Requisitos funcionales: Gestion de usuario</a:t>
            </a:r>
            <a:endParaRPr b="1" sz="3000">
              <a:solidFill>
                <a:srgbClr val="0070C0"/>
              </a:solidFill>
              <a:latin typeface="Open Sans Light"/>
              <a:ea typeface="Open Sans Light"/>
              <a:cs typeface="Open Sans Light"/>
              <a:sym typeface="Open Sans Light"/>
            </a:endParaRPr>
          </a:p>
          <a:p>
            <a:pPr indent="0" lvl="0" marL="0" rtl="0" algn="l">
              <a:lnSpc>
                <a:spcPct val="90000"/>
              </a:lnSpc>
              <a:spcBef>
                <a:spcPts val="0"/>
              </a:spcBef>
              <a:spcAft>
                <a:spcPts val="0"/>
              </a:spcAft>
              <a:buClr>
                <a:schemeClr val="dk1"/>
              </a:buClr>
              <a:buSzPts val="8000"/>
              <a:buFont typeface="Avenir"/>
              <a:buNone/>
            </a:pPr>
            <a:r>
              <a:t/>
            </a:r>
            <a:endParaRPr/>
          </a:p>
        </p:txBody>
      </p:sp>
      <p:sp>
        <p:nvSpPr>
          <p:cNvPr id="729" name="Google Shape;729;p10"/>
          <p:cNvSpPr txBox="1"/>
          <p:nvPr>
            <p:ph idx="10" type="dt"/>
          </p:nvPr>
        </p:nvSpPr>
        <p:spPr>
          <a:xfrm>
            <a:off x="576072"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18/04/2026</a:t>
            </a:r>
            <a:endParaRPr/>
          </a:p>
        </p:txBody>
      </p:sp>
      <p:graphicFrame>
        <p:nvGraphicFramePr>
          <p:cNvPr id="730" name="Google Shape;730;p10"/>
          <p:cNvGraphicFramePr/>
          <p:nvPr/>
        </p:nvGraphicFramePr>
        <p:xfrm>
          <a:off x="301621" y="1764445"/>
          <a:ext cx="3000000" cy="3000000"/>
        </p:xfrm>
        <a:graphic>
          <a:graphicData uri="http://schemas.openxmlformats.org/drawingml/2006/table">
            <a:tbl>
              <a:tblPr bandRow="1" firstRow="1">
                <a:noFill/>
                <a:tableStyleId>{35C3EE8A-8E82-421A-A9E0-3C8A1A4B3DE0}</a:tableStyleId>
              </a:tblPr>
              <a:tblGrid>
                <a:gridCol w="1391250"/>
                <a:gridCol w="10048450"/>
              </a:tblGrid>
              <a:tr h="352175">
                <a:tc>
                  <a:txBody>
                    <a:bodyPr/>
                    <a:lstStyle/>
                    <a:p>
                      <a:pPr indent="0" lvl="0" marL="0" marR="0" rtl="0" algn="l">
                        <a:spcBef>
                          <a:spcPts val="0"/>
                        </a:spcBef>
                        <a:spcAft>
                          <a:spcPts val="0"/>
                        </a:spcAft>
                        <a:buClr>
                          <a:schemeClr val="dk1"/>
                        </a:buClr>
                        <a:buSzPts val="2900"/>
                        <a:buFont typeface="Avenir"/>
                        <a:buNone/>
                      </a:pPr>
                      <a:r>
                        <a:rPr lang="en-US" sz="2500"/>
                        <a:t>Código</a:t>
                      </a:r>
                      <a:endParaRPr sz="1000"/>
                    </a:p>
                  </a:txBody>
                  <a:tcPr marT="74200" marB="74200" marR="148400" marL="148400" anchor="ctr"/>
                </a:tc>
                <a:tc>
                  <a:txBody>
                    <a:bodyPr/>
                    <a:lstStyle/>
                    <a:p>
                      <a:pPr indent="0" lvl="0" marL="0" marR="0" rtl="0" algn="l">
                        <a:spcBef>
                          <a:spcPts val="0"/>
                        </a:spcBef>
                        <a:spcAft>
                          <a:spcPts val="0"/>
                        </a:spcAft>
                        <a:buClr>
                          <a:schemeClr val="dk1"/>
                        </a:buClr>
                        <a:buSzPts val="2900"/>
                        <a:buFont typeface="Avenir"/>
                        <a:buNone/>
                      </a:pPr>
                      <a:r>
                        <a:rPr lang="en-US" sz="2500"/>
                        <a:t>Requerimiento</a:t>
                      </a:r>
                      <a:endParaRPr sz="1000"/>
                    </a:p>
                  </a:txBody>
                  <a:tcPr marT="74200" marB="74200" marR="148400" marL="148400" anchor="ctr"/>
                </a:tc>
              </a:tr>
              <a:tr h="552900">
                <a:tc>
                  <a:txBody>
                    <a:bodyPr/>
                    <a:lstStyle/>
                    <a:p>
                      <a:pPr indent="0" lvl="0" marL="0" marR="0" rtl="0" algn="l">
                        <a:spcBef>
                          <a:spcPts val="0"/>
                        </a:spcBef>
                        <a:spcAft>
                          <a:spcPts val="0"/>
                        </a:spcAft>
                        <a:buClr>
                          <a:schemeClr val="dk1"/>
                        </a:buClr>
                        <a:buSzPts val="2900"/>
                        <a:buFont typeface="Avenir"/>
                        <a:buNone/>
                      </a:pPr>
                      <a:r>
                        <a:rPr lang="en-US" sz="2000"/>
                        <a:t>RF01</a:t>
                      </a:r>
                      <a:endParaRPr sz="2000"/>
                    </a:p>
                  </a:txBody>
                  <a:tcPr marT="74200" marB="74200" marR="148400" marL="148400" anchor="ctr"/>
                </a:tc>
                <a:tc>
                  <a:txBody>
                    <a:bodyPr/>
                    <a:lstStyle/>
                    <a:p>
                      <a:pPr indent="0" lvl="0" marL="0" marR="0" rtl="0" algn="l">
                        <a:spcBef>
                          <a:spcPts val="0"/>
                        </a:spcBef>
                        <a:spcAft>
                          <a:spcPts val="0"/>
                        </a:spcAft>
                        <a:buClr>
                          <a:schemeClr val="dk1"/>
                        </a:buClr>
                        <a:buSzPts val="2900"/>
                        <a:buFont typeface="Avenir"/>
                        <a:buNone/>
                      </a:pPr>
                      <a:r>
                        <a:rPr lang="en-US" sz="2000"/>
                        <a:t>Gestionar módulo de usuarios</a:t>
                      </a:r>
                      <a:endParaRPr sz="2000"/>
                    </a:p>
                  </a:txBody>
                  <a:tcPr marT="74200" marB="74200" marR="148400" marL="148400" anchor="ctr"/>
                </a:tc>
              </a:tr>
              <a:tr h="575050">
                <a:tc>
                  <a:txBody>
                    <a:bodyPr/>
                    <a:lstStyle/>
                    <a:p>
                      <a:pPr indent="0" lvl="0" marL="0" marR="0" rtl="0" algn="l">
                        <a:spcBef>
                          <a:spcPts val="0"/>
                        </a:spcBef>
                        <a:spcAft>
                          <a:spcPts val="0"/>
                        </a:spcAft>
                        <a:buClr>
                          <a:schemeClr val="dk1"/>
                        </a:buClr>
                        <a:buSzPts val="2900"/>
                        <a:buFont typeface="Avenir"/>
                        <a:buNone/>
                      </a:pPr>
                      <a:r>
                        <a:rPr lang="en-US" sz="2000"/>
                        <a:t>RF01.1</a:t>
                      </a:r>
                      <a:endParaRPr sz="2000"/>
                    </a:p>
                  </a:txBody>
                  <a:tcPr marT="74200" marB="74200" marR="148400" marL="148400" anchor="ctr"/>
                </a:tc>
                <a:tc>
                  <a:txBody>
                    <a:bodyPr/>
                    <a:lstStyle/>
                    <a:p>
                      <a:pPr indent="0" lvl="0" marL="0" marR="0" rtl="0" algn="l">
                        <a:spcBef>
                          <a:spcPts val="0"/>
                        </a:spcBef>
                        <a:spcAft>
                          <a:spcPts val="0"/>
                        </a:spcAft>
                        <a:buClr>
                          <a:schemeClr val="dk1"/>
                        </a:buClr>
                        <a:buSzPts val="2900"/>
                        <a:buFont typeface="Avenir"/>
                        <a:buNone/>
                      </a:pPr>
                      <a:r>
                        <a:rPr lang="en-US" sz="2000">
                          <a:latin typeface="Calibri"/>
                          <a:ea typeface="Calibri"/>
                          <a:cs typeface="Calibri"/>
                          <a:sym typeface="Calibri"/>
                        </a:rPr>
                        <a:t>El sistema debe registrar nuevos usuarios con nombre, RUN, correo electronico y rol.</a:t>
                      </a:r>
                      <a:endParaRPr sz="2000">
                        <a:latin typeface="Calibri"/>
                        <a:ea typeface="Calibri"/>
                        <a:cs typeface="Calibri"/>
                        <a:sym typeface="Calibri"/>
                      </a:endParaRPr>
                    </a:p>
                  </a:txBody>
                  <a:tcPr marT="74200" marB="74200" marR="148400" marL="148400" anchor="ctr"/>
                </a:tc>
              </a:tr>
              <a:tr h="552875">
                <a:tc>
                  <a:txBody>
                    <a:bodyPr/>
                    <a:lstStyle/>
                    <a:p>
                      <a:pPr indent="0" lvl="0" marL="0" marR="0" rtl="0" algn="l">
                        <a:spcBef>
                          <a:spcPts val="0"/>
                        </a:spcBef>
                        <a:spcAft>
                          <a:spcPts val="0"/>
                        </a:spcAft>
                        <a:buClr>
                          <a:schemeClr val="dk1"/>
                        </a:buClr>
                        <a:buSzPts val="2900"/>
                        <a:buFont typeface="Avenir"/>
                        <a:buNone/>
                      </a:pPr>
                      <a:r>
                        <a:rPr lang="en-US" sz="2000"/>
                        <a:t>RF01.2</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permitir buscar usuarios por RUN, nombre o rol.</a:t>
                      </a:r>
                      <a:endParaRPr sz="2000"/>
                    </a:p>
                  </a:txBody>
                  <a:tcPr marT="74200" marB="74200" marR="148400" marL="148400" anchor="ctr"/>
                </a:tc>
              </a:tr>
              <a:tr h="530725">
                <a:tc>
                  <a:txBody>
                    <a:bodyPr/>
                    <a:lstStyle/>
                    <a:p>
                      <a:pPr indent="0" lvl="0" marL="0" marR="0" rtl="0" algn="l">
                        <a:spcBef>
                          <a:spcPts val="0"/>
                        </a:spcBef>
                        <a:spcAft>
                          <a:spcPts val="0"/>
                        </a:spcAft>
                        <a:buClr>
                          <a:schemeClr val="dk1"/>
                        </a:buClr>
                        <a:buSzPts val="2900"/>
                        <a:buFont typeface="Avenir"/>
                        <a:buNone/>
                      </a:pPr>
                      <a:r>
                        <a:rPr lang="en-US" sz="2000"/>
                        <a:t>RF01.3</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permitir modificar los datos de usuarios registrados.</a:t>
                      </a:r>
                      <a:endParaRPr sz="2000"/>
                    </a:p>
                  </a:txBody>
                  <a:tcPr marT="74200" marB="74200" marR="148400" marL="148400" anchor="ctr"/>
                </a:tc>
              </a:tr>
              <a:tr h="630400">
                <a:tc>
                  <a:txBody>
                    <a:bodyPr/>
                    <a:lstStyle/>
                    <a:p>
                      <a:pPr indent="0" lvl="0" marL="0" marR="0" rtl="0" algn="l">
                        <a:spcBef>
                          <a:spcPts val="0"/>
                        </a:spcBef>
                        <a:spcAft>
                          <a:spcPts val="0"/>
                        </a:spcAft>
                        <a:buClr>
                          <a:schemeClr val="dk1"/>
                        </a:buClr>
                        <a:buSzPts val="2900"/>
                        <a:buFont typeface="Avenir"/>
                        <a:buNone/>
                      </a:pPr>
                      <a:r>
                        <a:rPr lang="en-US" sz="2000"/>
                        <a:t>RF01.4</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permitir eliminar o desactivar usuarios.</a:t>
                      </a:r>
                      <a:endParaRPr sz="2000"/>
                    </a:p>
                  </a:txBody>
                  <a:tcPr marT="74200" marB="74200" marR="148400" marL="148400" anchor="ctr"/>
                </a:tc>
              </a:tr>
              <a:tr h="388475">
                <a:tc>
                  <a:txBody>
                    <a:bodyPr/>
                    <a:lstStyle/>
                    <a:p>
                      <a:pPr indent="0" lvl="0" marL="0" marR="0" rtl="0" algn="l">
                        <a:spcBef>
                          <a:spcPts val="0"/>
                        </a:spcBef>
                        <a:spcAft>
                          <a:spcPts val="0"/>
                        </a:spcAft>
                        <a:buClr>
                          <a:schemeClr val="dk1"/>
                        </a:buClr>
                        <a:buSzPts val="2900"/>
                        <a:buFont typeface="Avenir"/>
                        <a:buNone/>
                      </a:pPr>
                      <a:r>
                        <a:rPr lang="en-US" sz="2000"/>
                        <a:t>RF01.5</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mostrar un listado completo de usuarios registrados.</a:t>
                      </a:r>
                      <a:endParaRPr sz="2000"/>
                    </a:p>
                  </a:txBody>
                  <a:tcPr marT="74200" marB="74200" marR="148400" marL="148400" anchor="ct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976368694b_0_67"/>
          <p:cNvSpPr txBox="1"/>
          <p:nvPr>
            <p:ph type="ctrTitle"/>
          </p:nvPr>
        </p:nvSpPr>
        <p:spPr>
          <a:xfrm>
            <a:off x="1428750" y="349400"/>
            <a:ext cx="9646500" cy="647700"/>
          </a:xfrm>
          <a:prstGeom prst="rect">
            <a:avLst/>
          </a:prstGeom>
          <a:noFill/>
          <a:ln>
            <a:noFill/>
          </a:ln>
        </p:spPr>
        <p:txBody>
          <a:bodyPr anchorCtr="0" anchor="t" bIns="137150" lIns="91425" spcFirstLastPara="1" rIns="91425" wrap="square" tIns="45700">
            <a:noAutofit/>
          </a:bodyPr>
          <a:lstStyle/>
          <a:p>
            <a:pPr indent="0" lvl="0" marL="0" rtl="0" algn="l">
              <a:lnSpc>
                <a:spcPct val="100000"/>
              </a:lnSpc>
              <a:spcBef>
                <a:spcPts val="0"/>
              </a:spcBef>
              <a:spcAft>
                <a:spcPts val="0"/>
              </a:spcAft>
              <a:buClr>
                <a:srgbClr val="0070C0"/>
              </a:buClr>
              <a:buSzPts val="4000"/>
              <a:buFont typeface="Open Sans Light"/>
              <a:buNone/>
            </a:pPr>
            <a:r>
              <a:rPr b="1" lang="en-US" sz="3000">
                <a:solidFill>
                  <a:srgbClr val="0070C0"/>
                </a:solidFill>
                <a:latin typeface="Open Sans Light"/>
                <a:ea typeface="Open Sans Light"/>
                <a:cs typeface="Open Sans Light"/>
                <a:sym typeface="Open Sans Light"/>
              </a:rPr>
              <a:t>Requisitos funcionales: </a:t>
            </a:r>
            <a:r>
              <a:rPr b="1" lang="en-US" sz="3000">
                <a:solidFill>
                  <a:srgbClr val="0070C0"/>
                </a:solidFill>
                <a:latin typeface="Open Sans Light"/>
                <a:ea typeface="Open Sans Light"/>
                <a:cs typeface="Open Sans Light"/>
                <a:sym typeface="Open Sans Light"/>
              </a:rPr>
              <a:t>Gestión</a:t>
            </a:r>
            <a:r>
              <a:rPr b="1" lang="en-US" sz="3000">
                <a:solidFill>
                  <a:srgbClr val="0070C0"/>
                </a:solidFill>
                <a:latin typeface="Open Sans Light"/>
                <a:ea typeface="Open Sans Light"/>
                <a:cs typeface="Open Sans Light"/>
                <a:sym typeface="Open Sans Light"/>
              </a:rPr>
              <a:t> de libros y materiales</a:t>
            </a:r>
            <a:endParaRPr b="1" sz="3000">
              <a:solidFill>
                <a:srgbClr val="0070C0"/>
              </a:solidFill>
              <a:latin typeface="Open Sans Light"/>
              <a:ea typeface="Open Sans Light"/>
              <a:cs typeface="Open Sans Light"/>
              <a:sym typeface="Open Sans Light"/>
            </a:endParaRPr>
          </a:p>
          <a:p>
            <a:pPr indent="0" lvl="0" marL="0" rtl="0" algn="l">
              <a:lnSpc>
                <a:spcPct val="90000"/>
              </a:lnSpc>
              <a:spcBef>
                <a:spcPts val="0"/>
              </a:spcBef>
              <a:spcAft>
                <a:spcPts val="0"/>
              </a:spcAft>
              <a:buClr>
                <a:schemeClr val="dk1"/>
              </a:buClr>
              <a:buSzPts val="8000"/>
              <a:buFont typeface="Avenir"/>
              <a:buNone/>
            </a:pPr>
            <a:r>
              <a:t/>
            </a:r>
            <a:endParaRPr/>
          </a:p>
        </p:txBody>
      </p:sp>
      <p:sp>
        <p:nvSpPr>
          <p:cNvPr id="736" name="Google Shape;736;g3976368694b_0_67"/>
          <p:cNvSpPr txBox="1"/>
          <p:nvPr>
            <p:ph idx="10" type="dt"/>
          </p:nvPr>
        </p:nvSpPr>
        <p:spPr>
          <a:xfrm>
            <a:off x="576072" y="6356350"/>
            <a:ext cx="27432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18/04/2026</a:t>
            </a:r>
            <a:endParaRPr/>
          </a:p>
        </p:txBody>
      </p:sp>
      <p:graphicFrame>
        <p:nvGraphicFramePr>
          <p:cNvPr id="737" name="Google Shape;737;g3976368694b_0_67"/>
          <p:cNvGraphicFramePr/>
          <p:nvPr/>
        </p:nvGraphicFramePr>
        <p:xfrm>
          <a:off x="301621" y="1764445"/>
          <a:ext cx="3000000" cy="3000000"/>
        </p:xfrm>
        <a:graphic>
          <a:graphicData uri="http://schemas.openxmlformats.org/drawingml/2006/table">
            <a:tbl>
              <a:tblPr bandRow="1" firstRow="1">
                <a:noFill/>
                <a:tableStyleId>{35C3EE8A-8E82-421A-A9E0-3C8A1A4B3DE0}</a:tableStyleId>
              </a:tblPr>
              <a:tblGrid>
                <a:gridCol w="1391250"/>
                <a:gridCol w="10048450"/>
              </a:tblGrid>
              <a:tr h="352175">
                <a:tc>
                  <a:txBody>
                    <a:bodyPr/>
                    <a:lstStyle/>
                    <a:p>
                      <a:pPr indent="0" lvl="0" marL="0" marR="0" rtl="0" algn="l">
                        <a:spcBef>
                          <a:spcPts val="0"/>
                        </a:spcBef>
                        <a:spcAft>
                          <a:spcPts val="0"/>
                        </a:spcAft>
                        <a:buClr>
                          <a:schemeClr val="dk1"/>
                        </a:buClr>
                        <a:buSzPts val="2900"/>
                        <a:buFont typeface="Avenir"/>
                        <a:buNone/>
                      </a:pPr>
                      <a:r>
                        <a:rPr lang="en-US" sz="2500"/>
                        <a:t>Código</a:t>
                      </a:r>
                      <a:endParaRPr sz="2500"/>
                    </a:p>
                  </a:txBody>
                  <a:tcPr marT="74200" marB="74200" marR="148400" marL="148400" anchor="ctr"/>
                </a:tc>
                <a:tc>
                  <a:txBody>
                    <a:bodyPr/>
                    <a:lstStyle/>
                    <a:p>
                      <a:pPr indent="0" lvl="0" marL="0" marR="0" rtl="0" algn="l">
                        <a:spcBef>
                          <a:spcPts val="0"/>
                        </a:spcBef>
                        <a:spcAft>
                          <a:spcPts val="0"/>
                        </a:spcAft>
                        <a:buClr>
                          <a:schemeClr val="dk1"/>
                        </a:buClr>
                        <a:buSzPts val="2900"/>
                        <a:buFont typeface="Avenir"/>
                        <a:buNone/>
                      </a:pPr>
                      <a:r>
                        <a:rPr lang="en-US" sz="2500"/>
                        <a:t>Requerimiento</a:t>
                      </a:r>
                      <a:endParaRPr sz="2500"/>
                    </a:p>
                  </a:txBody>
                  <a:tcPr marT="74200" marB="74200" marR="148400" marL="148400" anchor="ctr"/>
                </a:tc>
              </a:tr>
              <a:tr h="552900">
                <a:tc>
                  <a:txBody>
                    <a:bodyPr/>
                    <a:lstStyle/>
                    <a:p>
                      <a:pPr indent="0" lvl="0" marL="0" marR="0" rtl="0" algn="l">
                        <a:spcBef>
                          <a:spcPts val="0"/>
                        </a:spcBef>
                        <a:spcAft>
                          <a:spcPts val="0"/>
                        </a:spcAft>
                        <a:buClr>
                          <a:schemeClr val="dk1"/>
                        </a:buClr>
                        <a:buSzPts val="2900"/>
                        <a:buFont typeface="Avenir"/>
                        <a:buNone/>
                      </a:pPr>
                      <a:r>
                        <a:rPr lang="en-US" sz="2000"/>
                        <a:t>RF02</a:t>
                      </a:r>
                      <a:endParaRPr sz="2000"/>
                    </a:p>
                  </a:txBody>
                  <a:tcPr marT="74200" marB="74200" marR="148400" marL="148400" anchor="ctr"/>
                </a:tc>
                <a:tc>
                  <a:txBody>
                    <a:bodyPr/>
                    <a:lstStyle/>
                    <a:p>
                      <a:pPr indent="0" lvl="0" marL="0" marR="0" rtl="0" algn="l">
                        <a:spcBef>
                          <a:spcPts val="0"/>
                        </a:spcBef>
                        <a:spcAft>
                          <a:spcPts val="0"/>
                        </a:spcAft>
                        <a:buClr>
                          <a:schemeClr val="dk1"/>
                        </a:buClr>
                        <a:buSzPts val="2900"/>
                        <a:buFont typeface="Avenir"/>
                        <a:buNone/>
                      </a:pPr>
                      <a:r>
                        <a:rPr lang="en-US" sz="2000"/>
                        <a:t>Gestionar libros y materiales</a:t>
                      </a:r>
                      <a:endParaRPr sz="2000"/>
                    </a:p>
                  </a:txBody>
                  <a:tcPr marT="74200" marB="74200" marR="148400" marL="148400" anchor="ctr"/>
                </a:tc>
              </a:tr>
              <a:tr h="575050">
                <a:tc>
                  <a:txBody>
                    <a:bodyPr/>
                    <a:lstStyle/>
                    <a:p>
                      <a:pPr indent="0" lvl="0" marL="0" marR="0" rtl="0" algn="l">
                        <a:spcBef>
                          <a:spcPts val="0"/>
                        </a:spcBef>
                        <a:spcAft>
                          <a:spcPts val="0"/>
                        </a:spcAft>
                        <a:buClr>
                          <a:schemeClr val="dk1"/>
                        </a:buClr>
                        <a:buSzPts val="2900"/>
                        <a:buFont typeface="Avenir"/>
                        <a:buNone/>
                      </a:pPr>
                      <a:r>
                        <a:rPr lang="en-US" sz="2000"/>
                        <a:t>RF02.1</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registrar libros con título, autor, ISBN, categoría y cantidad.</a:t>
                      </a:r>
                      <a:endParaRPr sz="2000"/>
                    </a:p>
                  </a:txBody>
                  <a:tcPr marT="74200" marB="74200" marR="148400" marL="148400" anchor="ctr"/>
                </a:tc>
              </a:tr>
              <a:tr h="552875">
                <a:tc>
                  <a:txBody>
                    <a:bodyPr/>
                    <a:lstStyle/>
                    <a:p>
                      <a:pPr indent="0" lvl="0" marL="0" marR="0" rtl="0" algn="l">
                        <a:spcBef>
                          <a:spcPts val="0"/>
                        </a:spcBef>
                        <a:spcAft>
                          <a:spcPts val="0"/>
                        </a:spcAft>
                        <a:buClr>
                          <a:schemeClr val="dk1"/>
                        </a:buClr>
                        <a:buSzPts val="2900"/>
                        <a:buFont typeface="Avenir"/>
                        <a:buNone/>
                      </a:pPr>
                      <a:r>
                        <a:rPr lang="en-US" sz="2000"/>
                        <a:t>RF02.2</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permitir buscar libros por ISBN, título o autor.</a:t>
                      </a:r>
                      <a:endParaRPr sz="2000">
                        <a:latin typeface="Calibri"/>
                        <a:ea typeface="Calibri"/>
                        <a:cs typeface="Calibri"/>
                        <a:sym typeface="Calibri"/>
                      </a:endParaRPr>
                    </a:p>
                  </a:txBody>
                  <a:tcPr marT="74200" marB="74200" marR="148400" marL="148400" anchor="ctr"/>
                </a:tc>
              </a:tr>
              <a:tr h="530725">
                <a:tc>
                  <a:txBody>
                    <a:bodyPr/>
                    <a:lstStyle/>
                    <a:p>
                      <a:pPr indent="0" lvl="0" marL="0" marR="0" rtl="0" algn="l">
                        <a:spcBef>
                          <a:spcPts val="0"/>
                        </a:spcBef>
                        <a:spcAft>
                          <a:spcPts val="0"/>
                        </a:spcAft>
                        <a:buClr>
                          <a:schemeClr val="dk1"/>
                        </a:buClr>
                        <a:buSzPts val="2900"/>
                        <a:buFont typeface="Avenir"/>
                        <a:buNone/>
                      </a:pPr>
                      <a:r>
                        <a:rPr lang="en-US" sz="2000"/>
                        <a:t>RF02.3</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permitir modificar la información de los libros registrados.</a:t>
                      </a:r>
                      <a:endParaRPr sz="2000">
                        <a:latin typeface="Calibri"/>
                        <a:ea typeface="Calibri"/>
                        <a:cs typeface="Calibri"/>
                        <a:sym typeface="Calibri"/>
                      </a:endParaRPr>
                    </a:p>
                  </a:txBody>
                  <a:tcPr marT="74200" marB="74200" marR="148400" marL="148400" anchor="ctr"/>
                </a:tc>
              </a:tr>
              <a:tr h="630400">
                <a:tc>
                  <a:txBody>
                    <a:bodyPr/>
                    <a:lstStyle/>
                    <a:p>
                      <a:pPr indent="0" lvl="0" marL="0" marR="0" rtl="0" algn="l">
                        <a:spcBef>
                          <a:spcPts val="0"/>
                        </a:spcBef>
                        <a:spcAft>
                          <a:spcPts val="0"/>
                        </a:spcAft>
                        <a:buClr>
                          <a:schemeClr val="dk1"/>
                        </a:buClr>
                        <a:buSzPts val="2900"/>
                        <a:buFont typeface="Avenir"/>
                        <a:buNone/>
                      </a:pPr>
                      <a:r>
                        <a:rPr lang="en-US" sz="2000"/>
                        <a:t>RF02.4</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eliminar libros del sistema.</a:t>
                      </a:r>
                      <a:endParaRPr sz="2000"/>
                    </a:p>
                  </a:txBody>
                  <a:tcPr marT="74200" marB="74200" marR="148400" marL="148400" anchor="ctr"/>
                </a:tc>
              </a:tr>
              <a:tr h="388475">
                <a:tc>
                  <a:txBody>
                    <a:bodyPr/>
                    <a:lstStyle/>
                    <a:p>
                      <a:pPr indent="0" lvl="0" marL="0" marR="0" rtl="0" algn="l">
                        <a:spcBef>
                          <a:spcPts val="0"/>
                        </a:spcBef>
                        <a:spcAft>
                          <a:spcPts val="0"/>
                        </a:spcAft>
                        <a:buClr>
                          <a:schemeClr val="dk1"/>
                        </a:buClr>
                        <a:buSzPts val="2900"/>
                        <a:buFont typeface="Avenir"/>
                        <a:buNone/>
                      </a:pPr>
                      <a:r>
                        <a:rPr lang="en-US" sz="2000"/>
                        <a:t>RF02.5</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mostrar un listado de todos los libros registrados.</a:t>
                      </a:r>
                      <a:endParaRPr sz="2000"/>
                    </a:p>
                  </a:txBody>
                  <a:tcPr marT="74200" marB="74200" marR="148400" marL="148400" anchor="ct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g3976368694b_0_73"/>
          <p:cNvSpPr txBox="1"/>
          <p:nvPr>
            <p:ph type="ctrTitle"/>
          </p:nvPr>
        </p:nvSpPr>
        <p:spPr>
          <a:xfrm>
            <a:off x="1759572" y="349403"/>
            <a:ext cx="9304500" cy="647700"/>
          </a:xfrm>
          <a:prstGeom prst="rect">
            <a:avLst/>
          </a:prstGeom>
          <a:noFill/>
          <a:ln>
            <a:noFill/>
          </a:ln>
        </p:spPr>
        <p:txBody>
          <a:bodyPr anchorCtr="0" anchor="t" bIns="137150" lIns="91425" spcFirstLastPara="1" rIns="91425" wrap="square" tIns="45700">
            <a:noAutofit/>
          </a:bodyPr>
          <a:lstStyle/>
          <a:p>
            <a:pPr indent="0" lvl="0" marL="0" rtl="0" algn="l">
              <a:lnSpc>
                <a:spcPct val="100000"/>
              </a:lnSpc>
              <a:spcBef>
                <a:spcPts val="0"/>
              </a:spcBef>
              <a:spcAft>
                <a:spcPts val="0"/>
              </a:spcAft>
              <a:buClr>
                <a:srgbClr val="0070C0"/>
              </a:buClr>
              <a:buSzPts val="4000"/>
              <a:buFont typeface="Open Sans Light"/>
              <a:buNone/>
            </a:pPr>
            <a:r>
              <a:rPr b="1" lang="en-US" sz="3000">
                <a:solidFill>
                  <a:srgbClr val="0070C0"/>
                </a:solidFill>
                <a:latin typeface="Open Sans Light"/>
                <a:ea typeface="Open Sans Light"/>
                <a:cs typeface="Open Sans Light"/>
                <a:sym typeface="Open Sans Light"/>
              </a:rPr>
              <a:t>Requisitos funcionales: Prestamo y devolucion</a:t>
            </a:r>
            <a:endParaRPr/>
          </a:p>
        </p:txBody>
      </p:sp>
      <p:sp>
        <p:nvSpPr>
          <p:cNvPr id="743" name="Google Shape;743;g3976368694b_0_73"/>
          <p:cNvSpPr txBox="1"/>
          <p:nvPr>
            <p:ph idx="10" type="dt"/>
          </p:nvPr>
        </p:nvSpPr>
        <p:spPr>
          <a:xfrm>
            <a:off x="576072" y="6356350"/>
            <a:ext cx="27432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18/04/2026</a:t>
            </a:r>
            <a:endParaRPr/>
          </a:p>
        </p:txBody>
      </p:sp>
      <p:graphicFrame>
        <p:nvGraphicFramePr>
          <p:cNvPr id="744" name="Google Shape;744;g3976368694b_0_73"/>
          <p:cNvGraphicFramePr/>
          <p:nvPr/>
        </p:nvGraphicFramePr>
        <p:xfrm>
          <a:off x="301621" y="1764445"/>
          <a:ext cx="3000000" cy="3000000"/>
        </p:xfrm>
        <a:graphic>
          <a:graphicData uri="http://schemas.openxmlformats.org/drawingml/2006/table">
            <a:tbl>
              <a:tblPr bandRow="1" firstRow="1">
                <a:noFill/>
                <a:tableStyleId>{35C3EE8A-8E82-421A-A9E0-3C8A1A4B3DE0}</a:tableStyleId>
              </a:tblPr>
              <a:tblGrid>
                <a:gridCol w="1391250"/>
                <a:gridCol w="10048450"/>
              </a:tblGrid>
              <a:tr h="352175">
                <a:tc>
                  <a:txBody>
                    <a:bodyPr/>
                    <a:lstStyle/>
                    <a:p>
                      <a:pPr indent="0" lvl="0" marL="0" marR="0" rtl="0" algn="l">
                        <a:spcBef>
                          <a:spcPts val="0"/>
                        </a:spcBef>
                        <a:spcAft>
                          <a:spcPts val="0"/>
                        </a:spcAft>
                        <a:buClr>
                          <a:schemeClr val="dk1"/>
                        </a:buClr>
                        <a:buSzPts val="2900"/>
                        <a:buFont typeface="Avenir"/>
                        <a:buNone/>
                      </a:pPr>
                      <a:r>
                        <a:rPr lang="en-US" sz="2500"/>
                        <a:t>Código</a:t>
                      </a:r>
                      <a:endParaRPr sz="1000"/>
                    </a:p>
                  </a:txBody>
                  <a:tcPr marT="74200" marB="74200" marR="148400" marL="148400" anchor="ctr"/>
                </a:tc>
                <a:tc>
                  <a:txBody>
                    <a:bodyPr/>
                    <a:lstStyle/>
                    <a:p>
                      <a:pPr indent="0" lvl="0" marL="0" marR="0" rtl="0" algn="l">
                        <a:spcBef>
                          <a:spcPts val="0"/>
                        </a:spcBef>
                        <a:spcAft>
                          <a:spcPts val="0"/>
                        </a:spcAft>
                        <a:buClr>
                          <a:schemeClr val="dk1"/>
                        </a:buClr>
                        <a:buSzPts val="2900"/>
                        <a:buFont typeface="Avenir"/>
                        <a:buNone/>
                      </a:pPr>
                      <a:r>
                        <a:rPr lang="en-US" sz="2500"/>
                        <a:t>Requerimiento</a:t>
                      </a:r>
                      <a:endParaRPr sz="1000"/>
                    </a:p>
                  </a:txBody>
                  <a:tcPr marT="74200" marB="74200" marR="148400" marL="148400" anchor="ctr"/>
                </a:tc>
              </a:tr>
              <a:tr h="552900">
                <a:tc>
                  <a:txBody>
                    <a:bodyPr/>
                    <a:lstStyle/>
                    <a:p>
                      <a:pPr indent="0" lvl="0" marL="0" marR="0" rtl="0" algn="l">
                        <a:spcBef>
                          <a:spcPts val="0"/>
                        </a:spcBef>
                        <a:spcAft>
                          <a:spcPts val="0"/>
                        </a:spcAft>
                        <a:buClr>
                          <a:schemeClr val="dk1"/>
                        </a:buClr>
                        <a:buSzPts val="2900"/>
                        <a:buFont typeface="Avenir"/>
                        <a:buNone/>
                      </a:pPr>
                      <a:r>
                        <a:rPr lang="en-US" sz="2000"/>
                        <a:t>RF03</a:t>
                      </a:r>
                      <a:endParaRPr sz="2000"/>
                    </a:p>
                  </a:txBody>
                  <a:tcPr marT="74200" marB="74200" marR="148400" marL="148400" anchor="ctr"/>
                </a:tc>
                <a:tc>
                  <a:txBody>
                    <a:bodyPr/>
                    <a:lstStyle/>
                    <a:p>
                      <a:pPr indent="0" lvl="0" marL="0" marR="0" rtl="0" algn="l">
                        <a:spcBef>
                          <a:spcPts val="0"/>
                        </a:spcBef>
                        <a:spcAft>
                          <a:spcPts val="0"/>
                        </a:spcAft>
                        <a:buClr>
                          <a:schemeClr val="dk1"/>
                        </a:buClr>
                        <a:buSzPts val="2900"/>
                        <a:buFont typeface="Avenir"/>
                        <a:buNone/>
                      </a:pPr>
                      <a:r>
                        <a:rPr lang="en-US" sz="2000"/>
                        <a:t>Gestionar </a:t>
                      </a:r>
                      <a:r>
                        <a:rPr lang="en-US" sz="2000"/>
                        <a:t>Préstamos</a:t>
                      </a:r>
                      <a:r>
                        <a:rPr lang="en-US" sz="2000"/>
                        <a:t> y devoluciones</a:t>
                      </a:r>
                      <a:r>
                        <a:rPr lang="en-US" sz="2000"/>
                        <a:t> </a:t>
                      </a:r>
                      <a:endParaRPr sz="2000"/>
                    </a:p>
                  </a:txBody>
                  <a:tcPr marT="74200" marB="74200" marR="148400" marL="148400" anchor="ctr"/>
                </a:tc>
              </a:tr>
              <a:tr h="575050">
                <a:tc>
                  <a:txBody>
                    <a:bodyPr/>
                    <a:lstStyle/>
                    <a:p>
                      <a:pPr indent="0" lvl="0" marL="0" marR="0" rtl="0" algn="l">
                        <a:spcBef>
                          <a:spcPts val="0"/>
                        </a:spcBef>
                        <a:spcAft>
                          <a:spcPts val="0"/>
                        </a:spcAft>
                        <a:buClr>
                          <a:schemeClr val="dk1"/>
                        </a:buClr>
                        <a:buSzPts val="2900"/>
                        <a:buFont typeface="Avenir"/>
                        <a:buNone/>
                      </a:pPr>
                      <a:r>
                        <a:rPr lang="en-US" sz="2000"/>
                        <a:t>RF03.1</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registrar préstamos de libros asociando usuario, libro y fecha.</a:t>
                      </a:r>
                      <a:endParaRPr sz="2000"/>
                    </a:p>
                  </a:txBody>
                  <a:tcPr marT="74200" marB="74200" marR="148400" marL="148400" anchor="ctr"/>
                </a:tc>
              </a:tr>
              <a:tr h="552875">
                <a:tc>
                  <a:txBody>
                    <a:bodyPr/>
                    <a:lstStyle/>
                    <a:p>
                      <a:pPr indent="0" lvl="0" marL="0" marR="0" rtl="0" algn="l">
                        <a:spcBef>
                          <a:spcPts val="0"/>
                        </a:spcBef>
                        <a:spcAft>
                          <a:spcPts val="0"/>
                        </a:spcAft>
                        <a:buClr>
                          <a:schemeClr val="dk1"/>
                        </a:buClr>
                        <a:buSzPts val="2900"/>
                        <a:buFont typeface="Avenir"/>
                        <a:buNone/>
                      </a:pPr>
                      <a:r>
                        <a:rPr lang="en-US" sz="2000"/>
                        <a:t>RF03.2</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registrar la devolución de libros y actualizar su disponibilidad.</a:t>
                      </a:r>
                      <a:endParaRPr sz="2000"/>
                    </a:p>
                  </a:txBody>
                  <a:tcPr marT="74200" marB="74200" marR="148400" marL="148400" anchor="ctr"/>
                </a:tc>
              </a:tr>
              <a:tr h="530725">
                <a:tc>
                  <a:txBody>
                    <a:bodyPr/>
                    <a:lstStyle/>
                    <a:p>
                      <a:pPr indent="0" lvl="0" marL="0" marR="0" rtl="0" algn="l">
                        <a:spcBef>
                          <a:spcPts val="0"/>
                        </a:spcBef>
                        <a:spcAft>
                          <a:spcPts val="0"/>
                        </a:spcAft>
                        <a:buClr>
                          <a:schemeClr val="dk1"/>
                        </a:buClr>
                        <a:buSzPts val="2900"/>
                        <a:buFont typeface="Avenir"/>
                        <a:buNone/>
                      </a:pPr>
                      <a:r>
                        <a:rPr lang="en-US" sz="2000"/>
                        <a:t>RF03.3</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notificar automáticamente el vencimiento de los préstamos.</a:t>
                      </a:r>
                      <a:endParaRPr sz="2000"/>
                    </a:p>
                  </a:txBody>
                  <a:tcPr marT="74200" marB="74200" marR="148400" marL="148400" anchor="ct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g3976368694b_0_79"/>
          <p:cNvSpPr txBox="1"/>
          <p:nvPr>
            <p:ph type="ctrTitle"/>
          </p:nvPr>
        </p:nvSpPr>
        <p:spPr>
          <a:xfrm>
            <a:off x="1759322" y="349403"/>
            <a:ext cx="9304500" cy="647700"/>
          </a:xfrm>
          <a:prstGeom prst="rect">
            <a:avLst/>
          </a:prstGeom>
          <a:noFill/>
          <a:ln>
            <a:noFill/>
          </a:ln>
        </p:spPr>
        <p:txBody>
          <a:bodyPr anchorCtr="0" anchor="t" bIns="137150" lIns="91425" spcFirstLastPara="1" rIns="91425" wrap="square" tIns="45700">
            <a:noAutofit/>
          </a:bodyPr>
          <a:lstStyle/>
          <a:p>
            <a:pPr indent="0" lvl="0" marL="0" rtl="0" algn="l">
              <a:lnSpc>
                <a:spcPct val="100000"/>
              </a:lnSpc>
              <a:spcBef>
                <a:spcPts val="0"/>
              </a:spcBef>
              <a:spcAft>
                <a:spcPts val="0"/>
              </a:spcAft>
              <a:buClr>
                <a:srgbClr val="0070C0"/>
              </a:buClr>
              <a:buSzPts val="4000"/>
              <a:buFont typeface="Open Sans Light"/>
              <a:buNone/>
            </a:pPr>
            <a:r>
              <a:rPr b="1" lang="en-US" sz="3000">
                <a:solidFill>
                  <a:srgbClr val="0070C0"/>
                </a:solidFill>
                <a:latin typeface="Open Sans Light"/>
                <a:ea typeface="Open Sans Light"/>
                <a:cs typeface="Open Sans Light"/>
                <a:sym typeface="Open Sans Light"/>
              </a:rPr>
              <a:t>Requisitos funcionales: Catalogo en linea</a:t>
            </a:r>
            <a:endParaRPr b="1" sz="3000">
              <a:solidFill>
                <a:srgbClr val="0070C0"/>
              </a:solidFill>
              <a:latin typeface="Open Sans Light"/>
              <a:ea typeface="Open Sans Light"/>
              <a:cs typeface="Open Sans Light"/>
              <a:sym typeface="Open Sans Light"/>
            </a:endParaRPr>
          </a:p>
          <a:p>
            <a:pPr indent="0" lvl="0" marL="0" rtl="0" algn="l">
              <a:lnSpc>
                <a:spcPct val="90000"/>
              </a:lnSpc>
              <a:spcBef>
                <a:spcPts val="0"/>
              </a:spcBef>
              <a:spcAft>
                <a:spcPts val="0"/>
              </a:spcAft>
              <a:buClr>
                <a:schemeClr val="dk1"/>
              </a:buClr>
              <a:buSzPts val="8000"/>
              <a:buFont typeface="Avenir"/>
              <a:buNone/>
            </a:pPr>
            <a:r>
              <a:t/>
            </a:r>
            <a:endParaRPr/>
          </a:p>
        </p:txBody>
      </p:sp>
      <p:sp>
        <p:nvSpPr>
          <p:cNvPr id="750" name="Google Shape;750;g3976368694b_0_79"/>
          <p:cNvSpPr txBox="1"/>
          <p:nvPr>
            <p:ph idx="10" type="dt"/>
          </p:nvPr>
        </p:nvSpPr>
        <p:spPr>
          <a:xfrm>
            <a:off x="576072" y="6356350"/>
            <a:ext cx="27432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18/04/2026</a:t>
            </a:r>
            <a:endParaRPr/>
          </a:p>
        </p:txBody>
      </p:sp>
      <p:graphicFrame>
        <p:nvGraphicFramePr>
          <p:cNvPr id="751" name="Google Shape;751;g3976368694b_0_79"/>
          <p:cNvGraphicFramePr/>
          <p:nvPr/>
        </p:nvGraphicFramePr>
        <p:xfrm>
          <a:off x="301621" y="1764445"/>
          <a:ext cx="3000000" cy="3000000"/>
        </p:xfrm>
        <a:graphic>
          <a:graphicData uri="http://schemas.openxmlformats.org/drawingml/2006/table">
            <a:tbl>
              <a:tblPr bandRow="1" firstRow="1">
                <a:noFill/>
                <a:tableStyleId>{35C3EE8A-8E82-421A-A9E0-3C8A1A4B3DE0}</a:tableStyleId>
              </a:tblPr>
              <a:tblGrid>
                <a:gridCol w="1391250"/>
                <a:gridCol w="10048450"/>
              </a:tblGrid>
              <a:tr h="352175">
                <a:tc>
                  <a:txBody>
                    <a:bodyPr/>
                    <a:lstStyle/>
                    <a:p>
                      <a:pPr indent="0" lvl="0" marL="0" marR="0" rtl="0" algn="l">
                        <a:spcBef>
                          <a:spcPts val="0"/>
                        </a:spcBef>
                        <a:spcAft>
                          <a:spcPts val="0"/>
                        </a:spcAft>
                        <a:buClr>
                          <a:schemeClr val="dk1"/>
                        </a:buClr>
                        <a:buSzPts val="2900"/>
                        <a:buFont typeface="Avenir"/>
                        <a:buNone/>
                      </a:pPr>
                      <a:r>
                        <a:rPr lang="en-US" sz="2500"/>
                        <a:t>Código</a:t>
                      </a:r>
                      <a:endParaRPr sz="1000"/>
                    </a:p>
                  </a:txBody>
                  <a:tcPr marT="74200" marB="74200" marR="148400" marL="148400" anchor="ctr"/>
                </a:tc>
                <a:tc>
                  <a:txBody>
                    <a:bodyPr/>
                    <a:lstStyle/>
                    <a:p>
                      <a:pPr indent="0" lvl="0" marL="0" marR="0" rtl="0" algn="l">
                        <a:spcBef>
                          <a:spcPts val="0"/>
                        </a:spcBef>
                        <a:spcAft>
                          <a:spcPts val="0"/>
                        </a:spcAft>
                        <a:buClr>
                          <a:schemeClr val="dk1"/>
                        </a:buClr>
                        <a:buSzPts val="2900"/>
                        <a:buFont typeface="Avenir"/>
                        <a:buNone/>
                      </a:pPr>
                      <a:r>
                        <a:rPr lang="en-US" sz="2500"/>
                        <a:t>Requerimiento</a:t>
                      </a:r>
                      <a:endParaRPr sz="1000"/>
                    </a:p>
                  </a:txBody>
                  <a:tcPr marT="74200" marB="74200" marR="148400" marL="148400" anchor="ctr"/>
                </a:tc>
              </a:tr>
              <a:tr h="552900">
                <a:tc>
                  <a:txBody>
                    <a:bodyPr/>
                    <a:lstStyle/>
                    <a:p>
                      <a:pPr indent="0" lvl="0" marL="0" marR="0" rtl="0" algn="l">
                        <a:spcBef>
                          <a:spcPts val="0"/>
                        </a:spcBef>
                        <a:spcAft>
                          <a:spcPts val="0"/>
                        </a:spcAft>
                        <a:buClr>
                          <a:schemeClr val="dk1"/>
                        </a:buClr>
                        <a:buSzPts val="2900"/>
                        <a:buFont typeface="Avenir"/>
                        <a:buNone/>
                      </a:pPr>
                      <a:r>
                        <a:rPr lang="en-US" sz="2000"/>
                        <a:t>RF04</a:t>
                      </a:r>
                      <a:endParaRPr sz="2000"/>
                    </a:p>
                  </a:txBody>
                  <a:tcPr marT="74200" marB="74200" marR="148400" marL="148400" anchor="ctr"/>
                </a:tc>
                <a:tc>
                  <a:txBody>
                    <a:bodyPr/>
                    <a:lstStyle/>
                    <a:p>
                      <a:pPr indent="0" lvl="0" marL="0" marR="0" rtl="0" algn="l">
                        <a:spcBef>
                          <a:spcPts val="0"/>
                        </a:spcBef>
                        <a:spcAft>
                          <a:spcPts val="0"/>
                        </a:spcAft>
                        <a:buClr>
                          <a:schemeClr val="dk1"/>
                        </a:buClr>
                        <a:buSzPts val="2900"/>
                        <a:buFont typeface="Avenir"/>
                        <a:buNone/>
                      </a:pPr>
                      <a:r>
                        <a:rPr lang="en-US" sz="2000"/>
                        <a:t>Gestionar de Catalogo en linea</a:t>
                      </a:r>
                      <a:endParaRPr sz="2000"/>
                    </a:p>
                  </a:txBody>
                  <a:tcPr marT="74200" marB="74200" marR="148400" marL="148400" anchor="ctr"/>
                </a:tc>
              </a:tr>
              <a:tr h="575050">
                <a:tc>
                  <a:txBody>
                    <a:bodyPr/>
                    <a:lstStyle/>
                    <a:p>
                      <a:pPr indent="0" lvl="0" marL="0" marR="0" rtl="0" algn="l">
                        <a:spcBef>
                          <a:spcPts val="0"/>
                        </a:spcBef>
                        <a:spcAft>
                          <a:spcPts val="0"/>
                        </a:spcAft>
                        <a:buClr>
                          <a:schemeClr val="dk1"/>
                        </a:buClr>
                        <a:buSzPts val="2900"/>
                        <a:buFont typeface="Avenir"/>
                        <a:buNone/>
                      </a:pPr>
                      <a:r>
                        <a:rPr lang="en-US" sz="2000"/>
                        <a:t>RF04.1</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mostrar en línea el catálogo de libros disponibles.</a:t>
                      </a:r>
                      <a:endParaRPr sz="2000"/>
                    </a:p>
                  </a:txBody>
                  <a:tcPr marT="74200" marB="74200" marR="148400" marL="148400" anchor="ctr"/>
                </a:tc>
              </a:tr>
              <a:tr h="552875">
                <a:tc>
                  <a:txBody>
                    <a:bodyPr/>
                    <a:lstStyle/>
                    <a:p>
                      <a:pPr indent="0" lvl="0" marL="0" marR="0" rtl="0" algn="l">
                        <a:spcBef>
                          <a:spcPts val="0"/>
                        </a:spcBef>
                        <a:spcAft>
                          <a:spcPts val="0"/>
                        </a:spcAft>
                        <a:buClr>
                          <a:schemeClr val="dk1"/>
                        </a:buClr>
                        <a:buSzPts val="2900"/>
                        <a:buFont typeface="Avenir"/>
                        <a:buNone/>
                      </a:pPr>
                      <a:r>
                        <a:rPr lang="en-US" sz="2000"/>
                        <a:t>RF04.2</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permitir registrar libros en el catálogo en línea.</a:t>
                      </a:r>
                      <a:endParaRPr sz="2000"/>
                    </a:p>
                  </a:txBody>
                  <a:tcPr marT="74200" marB="74200" marR="148400" marL="148400" anchor="ctr"/>
                </a:tc>
              </a:tr>
              <a:tr h="530725">
                <a:tc>
                  <a:txBody>
                    <a:bodyPr/>
                    <a:lstStyle/>
                    <a:p>
                      <a:pPr indent="0" lvl="0" marL="0" marR="0" rtl="0" algn="l">
                        <a:spcBef>
                          <a:spcPts val="0"/>
                        </a:spcBef>
                        <a:spcAft>
                          <a:spcPts val="0"/>
                        </a:spcAft>
                        <a:buClr>
                          <a:schemeClr val="dk1"/>
                        </a:buClr>
                        <a:buSzPts val="2900"/>
                        <a:buFont typeface="Avenir"/>
                        <a:buNone/>
                      </a:pPr>
                      <a:r>
                        <a:rPr lang="en-US" sz="2000"/>
                        <a:t>RF04.3</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indicar si un libro está disponible o prestado.</a:t>
                      </a:r>
                      <a:endParaRPr sz="2000"/>
                    </a:p>
                  </a:txBody>
                  <a:tcPr marT="74200" marB="74200" marR="148400" marL="148400" anchor="ct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g3976368694b_0_85"/>
          <p:cNvSpPr txBox="1"/>
          <p:nvPr>
            <p:ph type="ctrTitle"/>
          </p:nvPr>
        </p:nvSpPr>
        <p:spPr>
          <a:xfrm>
            <a:off x="1792797" y="349403"/>
            <a:ext cx="9304500" cy="647700"/>
          </a:xfrm>
          <a:prstGeom prst="rect">
            <a:avLst/>
          </a:prstGeom>
          <a:noFill/>
          <a:ln>
            <a:noFill/>
          </a:ln>
        </p:spPr>
        <p:txBody>
          <a:bodyPr anchorCtr="0" anchor="t" bIns="137150" lIns="91425" spcFirstLastPara="1" rIns="91425" wrap="square" tIns="45700">
            <a:noAutofit/>
          </a:bodyPr>
          <a:lstStyle/>
          <a:p>
            <a:pPr indent="0" lvl="0" marL="0" rtl="0" algn="l">
              <a:lnSpc>
                <a:spcPct val="100000"/>
              </a:lnSpc>
              <a:spcBef>
                <a:spcPts val="0"/>
              </a:spcBef>
              <a:spcAft>
                <a:spcPts val="0"/>
              </a:spcAft>
              <a:buClr>
                <a:srgbClr val="0070C0"/>
              </a:buClr>
              <a:buSzPts val="4000"/>
              <a:buFont typeface="Open Sans Light"/>
              <a:buNone/>
            </a:pPr>
            <a:r>
              <a:rPr b="1" lang="en-US" sz="3000">
                <a:solidFill>
                  <a:srgbClr val="0070C0"/>
                </a:solidFill>
                <a:latin typeface="Open Sans Light"/>
                <a:ea typeface="Open Sans Light"/>
                <a:cs typeface="Open Sans Light"/>
                <a:sym typeface="Open Sans Light"/>
              </a:rPr>
              <a:t>Requisitos funcionales: </a:t>
            </a:r>
            <a:r>
              <a:rPr b="1" lang="en-US" sz="3000">
                <a:solidFill>
                  <a:srgbClr val="0070C0"/>
                </a:solidFill>
                <a:latin typeface="Open Sans Light"/>
                <a:ea typeface="Open Sans Light"/>
                <a:cs typeface="Open Sans Light"/>
                <a:sym typeface="Open Sans Light"/>
              </a:rPr>
              <a:t>Generación</a:t>
            </a:r>
            <a:r>
              <a:rPr b="1" lang="en-US" sz="3000">
                <a:solidFill>
                  <a:srgbClr val="0070C0"/>
                </a:solidFill>
                <a:latin typeface="Open Sans Light"/>
                <a:ea typeface="Open Sans Light"/>
                <a:cs typeface="Open Sans Light"/>
                <a:sym typeface="Open Sans Light"/>
              </a:rPr>
              <a:t> de reportes</a:t>
            </a:r>
            <a:endParaRPr b="1" sz="3000">
              <a:solidFill>
                <a:srgbClr val="0070C0"/>
              </a:solidFill>
              <a:latin typeface="Open Sans Light"/>
              <a:ea typeface="Open Sans Light"/>
              <a:cs typeface="Open Sans Light"/>
              <a:sym typeface="Open Sans Light"/>
            </a:endParaRPr>
          </a:p>
          <a:p>
            <a:pPr indent="0" lvl="0" marL="0" rtl="0" algn="l">
              <a:lnSpc>
                <a:spcPct val="90000"/>
              </a:lnSpc>
              <a:spcBef>
                <a:spcPts val="0"/>
              </a:spcBef>
              <a:spcAft>
                <a:spcPts val="0"/>
              </a:spcAft>
              <a:buClr>
                <a:schemeClr val="dk1"/>
              </a:buClr>
              <a:buSzPts val="8000"/>
              <a:buFont typeface="Avenir"/>
              <a:buNone/>
            </a:pPr>
            <a:r>
              <a:t/>
            </a:r>
            <a:endParaRPr/>
          </a:p>
        </p:txBody>
      </p:sp>
      <p:sp>
        <p:nvSpPr>
          <p:cNvPr id="757" name="Google Shape;757;g3976368694b_0_85"/>
          <p:cNvSpPr txBox="1"/>
          <p:nvPr>
            <p:ph idx="10" type="dt"/>
          </p:nvPr>
        </p:nvSpPr>
        <p:spPr>
          <a:xfrm>
            <a:off x="576072" y="6356350"/>
            <a:ext cx="27432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18/04/2026</a:t>
            </a:r>
            <a:endParaRPr/>
          </a:p>
        </p:txBody>
      </p:sp>
      <p:graphicFrame>
        <p:nvGraphicFramePr>
          <p:cNvPr id="758" name="Google Shape;758;g3976368694b_0_85"/>
          <p:cNvGraphicFramePr/>
          <p:nvPr/>
        </p:nvGraphicFramePr>
        <p:xfrm>
          <a:off x="301621" y="1764445"/>
          <a:ext cx="3000000" cy="3000000"/>
        </p:xfrm>
        <a:graphic>
          <a:graphicData uri="http://schemas.openxmlformats.org/drawingml/2006/table">
            <a:tbl>
              <a:tblPr bandRow="1" firstRow="1">
                <a:noFill/>
                <a:tableStyleId>{35C3EE8A-8E82-421A-A9E0-3C8A1A4B3DE0}</a:tableStyleId>
              </a:tblPr>
              <a:tblGrid>
                <a:gridCol w="1391250"/>
                <a:gridCol w="10048450"/>
              </a:tblGrid>
              <a:tr h="352175">
                <a:tc>
                  <a:txBody>
                    <a:bodyPr/>
                    <a:lstStyle/>
                    <a:p>
                      <a:pPr indent="0" lvl="0" marL="0" marR="0" rtl="0" algn="l">
                        <a:spcBef>
                          <a:spcPts val="0"/>
                        </a:spcBef>
                        <a:spcAft>
                          <a:spcPts val="0"/>
                        </a:spcAft>
                        <a:buClr>
                          <a:schemeClr val="dk1"/>
                        </a:buClr>
                        <a:buSzPts val="2900"/>
                        <a:buFont typeface="Avenir"/>
                        <a:buNone/>
                      </a:pPr>
                      <a:r>
                        <a:rPr lang="en-US" sz="2500"/>
                        <a:t>Código</a:t>
                      </a:r>
                      <a:endParaRPr sz="1000"/>
                    </a:p>
                  </a:txBody>
                  <a:tcPr marT="74200" marB="74200" marR="148400" marL="148400" anchor="ctr"/>
                </a:tc>
                <a:tc>
                  <a:txBody>
                    <a:bodyPr/>
                    <a:lstStyle/>
                    <a:p>
                      <a:pPr indent="0" lvl="0" marL="0" marR="0" rtl="0" algn="l">
                        <a:spcBef>
                          <a:spcPts val="0"/>
                        </a:spcBef>
                        <a:spcAft>
                          <a:spcPts val="0"/>
                        </a:spcAft>
                        <a:buClr>
                          <a:schemeClr val="dk1"/>
                        </a:buClr>
                        <a:buSzPts val="2900"/>
                        <a:buFont typeface="Avenir"/>
                        <a:buNone/>
                      </a:pPr>
                      <a:r>
                        <a:rPr lang="en-US" sz="2500"/>
                        <a:t>Requerimiento</a:t>
                      </a:r>
                      <a:endParaRPr sz="1000"/>
                    </a:p>
                  </a:txBody>
                  <a:tcPr marT="74200" marB="74200" marR="148400" marL="148400" anchor="ctr"/>
                </a:tc>
              </a:tr>
              <a:tr h="552900">
                <a:tc>
                  <a:txBody>
                    <a:bodyPr/>
                    <a:lstStyle/>
                    <a:p>
                      <a:pPr indent="0" lvl="0" marL="0" marR="0" rtl="0" algn="l">
                        <a:spcBef>
                          <a:spcPts val="0"/>
                        </a:spcBef>
                        <a:spcAft>
                          <a:spcPts val="0"/>
                        </a:spcAft>
                        <a:buClr>
                          <a:schemeClr val="dk1"/>
                        </a:buClr>
                        <a:buSzPts val="2900"/>
                        <a:buFont typeface="Avenir"/>
                        <a:buNone/>
                      </a:pPr>
                      <a:r>
                        <a:rPr lang="en-US" sz="2000"/>
                        <a:t>RF05</a:t>
                      </a:r>
                      <a:endParaRPr sz="2000"/>
                    </a:p>
                  </a:txBody>
                  <a:tcPr marT="74200" marB="74200" marR="148400" marL="148400" anchor="ctr"/>
                </a:tc>
                <a:tc>
                  <a:txBody>
                    <a:bodyPr/>
                    <a:lstStyle/>
                    <a:p>
                      <a:pPr indent="0" lvl="0" marL="0" marR="0" rtl="0" algn="l">
                        <a:spcBef>
                          <a:spcPts val="0"/>
                        </a:spcBef>
                        <a:spcAft>
                          <a:spcPts val="0"/>
                        </a:spcAft>
                        <a:buClr>
                          <a:schemeClr val="dk1"/>
                        </a:buClr>
                        <a:buSzPts val="2900"/>
                        <a:buFont typeface="Avenir"/>
                        <a:buNone/>
                      </a:pPr>
                      <a:r>
                        <a:rPr lang="en-US" sz="2000"/>
                        <a:t>Gestionar </a:t>
                      </a:r>
                      <a:r>
                        <a:rPr lang="en-US" sz="2000"/>
                        <a:t>Generación</a:t>
                      </a:r>
                      <a:r>
                        <a:rPr lang="en-US" sz="2000"/>
                        <a:t> de reportes</a:t>
                      </a:r>
                      <a:endParaRPr sz="2000"/>
                    </a:p>
                  </a:txBody>
                  <a:tcPr marT="74200" marB="74200" marR="148400" marL="148400" anchor="ctr"/>
                </a:tc>
              </a:tr>
              <a:tr h="575050">
                <a:tc>
                  <a:txBody>
                    <a:bodyPr/>
                    <a:lstStyle/>
                    <a:p>
                      <a:pPr indent="0" lvl="0" marL="0" marR="0" rtl="0" algn="l">
                        <a:spcBef>
                          <a:spcPts val="0"/>
                        </a:spcBef>
                        <a:spcAft>
                          <a:spcPts val="0"/>
                        </a:spcAft>
                        <a:buClr>
                          <a:schemeClr val="dk1"/>
                        </a:buClr>
                        <a:buSzPts val="2900"/>
                        <a:buFont typeface="Avenir"/>
                        <a:buNone/>
                      </a:pPr>
                      <a:r>
                        <a:rPr lang="en-US" sz="2000"/>
                        <a:t>RF05.1</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generar reportes sobre los libros más solicitados.</a:t>
                      </a:r>
                      <a:endParaRPr sz="2000"/>
                    </a:p>
                  </a:txBody>
                  <a:tcPr marT="74200" marB="74200" marR="148400" marL="148400" anchor="ctr"/>
                </a:tc>
              </a:tr>
              <a:tr h="552875">
                <a:tc>
                  <a:txBody>
                    <a:bodyPr/>
                    <a:lstStyle/>
                    <a:p>
                      <a:pPr indent="0" lvl="0" marL="0" marR="0" rtl="0" algn="l">
                        <a:spcBef>
                          <a:spcPts val="0"/>
                        </a:spcBef>
                        <a:spcAft>
                          <a:spcPts val="0"/>
                        </a:spcAft>
                        <a:buClr>
                          <a:schemeClr val="dk1"/>
                        </a:buClr>
                        <a:buSzPts val="2900"/>
                        <a:buFont typeface="Avenir"/>
                        <a:buNone/>
                      </a:pPr>
                      <a:r>
                        <a:rPr lang="en-US" sz="2000"/>
                        <a:t>RF05.2</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generar reportes de los usuarios que más solicitan.</a:t>
                      </a:r>
                      <a:endParaRPr sz="2000"/>
                    </a:p>
                  </a:txBody>
                  <a:tcPr marT="74200" marB="74200" marR="148400" marL="148400" anchor="ctr"/>
                </a:tc>
              </a:tr>
              <a:tr h="530725">
                <a:tc>
                  <a:txBody>
                    <a:bodyPr/>
                    <a:lstStyle/>
                    <a:p>
                      <a:pPr indent="0" lvl="0" marL="0" marR="0" rtl="0" algn="l">
                        <a:spcBef>
                          <a:spcPts val="0"/>
                        </a:spcBef>
                        <a:spcAft>
                          <a:spcPts val="0"/>
                        </a:spcAft>
                        <a:buClr>
                          <a:schemeClr val="dk1"/>
                        </a:buClr>
                        <a:buSzPts val="2900"/>
                        <a:buFont typeface="Avenir"/>
                        <a:buNone/>
                      </a:pPr>
                      <a:r>
                        <a:rPr lang="en-US" sz="2000"/>
                        <a:t>RF05.3</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mostrar reportes de multas y su estado.</a:t>
                      </a:r>
                      <a:endParaRPr sz="2000"/>
                    </a:p>
                  </a:txBody>
                  <a:tcPr marT="74200" marB="74200" marR="148400" marL="148400" anchor="ctr"/>
                </a:tc>
              </a:tr>
              <a:tr h="630400">
                <a:tc>
                  <a:txBody>
                    <a:bodyPr/>
                    <a:lstStyle/>
                    <a:p>
                      <a:pPr indent="0" lvl="0" marL="0" marR="0" rtl="0" algn="l">
                        <a:spcBef>
                          <a:spcPts val="0"/>
                        </a:spcBef>
                        <a:spcAft>
                          <a:spcPts val="0"/>
                        </a:spcAft>
                        <a:buClr>
                          <a:schemeClr val="dk1"/>
                        </a:buClr>
                        <a:buSzPts val="2900"/>
                        <a:buFont typeface="Avenir"/>
                        <a:buNone/>
                      </a:pPr>
                      <a:r>
                        <a:rPr lang="en-US" sz="2000"/>
                        <a:t>RF05.4</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generar los reportes en múltiples formatos(PDF, EXCEL).</a:t>
                      </a:r>
                      <a:endParaRPr sz="2000"/>
                    </a:p>
                  </a:txBody>
                  <a:tcPr marT="74200" marB="74200" marR="148400" marL="148400" anchor="ctr"/>
                </a:tc>
              </a:tr>
              <a:tr h="388475">
                <a:tc>
                  <a:txBody>
                    <a:bodyPr/>
                    <a:lstStyle/>
                    <a:p>
                      <a:pPr indent="0" lvl="0" marL="0" marR="0" rtl="0" algn="l">
                        <a:spcBef>
                          <a:spcPts val="0"/>
                        </a:spcBef>
                        <a:spcAft>
                          <a:spcPts val="0"/>
                        </a:spcAft>
                        <a:buClr>
                          <a:schemeClr val="dk1"/>
                        </a:buClr>
                        <a:buSzPts val="2900"/>
                        <a:buFont typeface="Avenir"/>
                        <a:buNone/>
                      </a:pPr>
                      <a:r>
                        <a:rPr lang="en-US" sz="2000"/>
                        <a:t>RF05.5</a:t>
                      </a:r>
                      <a:endParaRPr sz="2000"/>
                    </a:p>
                  </a:txBody>
                  <a:tcPr marT="74200" marB="74200" marR="148400" marL="148400" anchor="ctr"/>
                </a:tc>
                <a:tc>
                  <a:txBody>
                    <a:bodyPr/>
                    <a:lstStyle/>
                    <a:p>
                      <a:pPr indent="0" lvl="0" marL="0" rtl="0" algn="l">
                        <a:lnSpc>
                          <a:spcPct val="115000"/>
                        </a:lnSpc>
                        <a:spcBef>
                          <a:spcPts val="1200"/>
                        </a:spcBef>
                        <a:spcAft>
                          <a:spcPts val="1200"/>
                        </a:spcAft>
                        <a:buClr>
                          <a:schemeClr val="dk1"/>
                        </a:buClr>
                        <a:buSzPts val="1100"/>
                        <a:buFont typeface="Arial"/>
                        <a:buNone/>
                      </a:pPr>
                      <a:r>
                        <a:rPr lang="en-US" sz="2000">
                          <a:latin typeface="Calibri"/>
                          <a:ea typeface="Calibri"/>
                          <a:cs typeface="Calibri"/>
                          <a:sym typeface="Calibri"/>
                        </a:rPr>
                        <a:t>El sistema debe generar reportes filtrados por fecha.</a:t>
                      </a:r>
                      <a:endParaRPr sz="2000"/>
                    </a:p>
                  </a:txBody>
                  <a:tcPr marT="74200" marB="74200" marR="148400" marL="148400" anchor="ct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pic>
        <p:nvPicPr>
          <p:cNvPr descr="Concepto digital de calidad" id="764" name="Google Shape;764;p11"/>
          <p:cNvPicPr preferRelativeResize="0"/>
          <p:nvPr>
            <p:ph idx="2" type="pic"/>
          </p:nvPr>
        </p:nvPicPr>
        <p:blipFill rotWithShape="1">
          <a:blip r:embed="rId3">
            <a:alphaModFix/>
          </a:blip>
          <a:srcRect b="0" l="12673" r="12673" t="0"/>
          <a:stretch/>
        </p:blipFill>
        <p:spPr>
          <a:xfrm>
            <a:off x="0" y="1458217"/>
            <a:ext cx="4800600" cy="4822372"/>
          </a:xfrm>
          <a:prstGeom prst="rect">
            <a:avLst/>
          </a:prstGeom>
          <a:blipFill rotWithShape="1">
            <a:blip r:embed="rId4">
              <a:alphaModFix amt="70000"/>
            </a:blip>
            <a:stretch>
              <a:fillRect b="0" l="0" r="0" t="0"/>
            </a:stretch>
          </a:blipFill>
          <a:ln>
            <a:noFill/>
          </a:ln>
        </p:spPr>
      </p:pic>
      <p:sp>
        <p:nvSpPr>
          <p:cNvPr id="765" name="Google Shape;765;p11"/>
          <p:cNvSpPr txBox="1"/>
          <p:nvPr>
            <p:ph type="title"/>
          </p:nvPr>
        </p:nvSpPr>
        <p:spPr>
          <a:xfrm>
            <a:off x="322316" y="163913"/>
            <a:ext cx="4478998" cy="1380814"/>
          </a:xfrm>
          <a:prstGeom prst="rect">
            <a:avLst/>
          </a:prstGeom>
          <a:noFill/>
          <a:ln>
            <a:noFill/>
          </a:ln>
        </p:spPr>
        <p:txBody>
          <a:bodyPr anchorCtr="0" anchor="t" bIns="45700" lIns="137150" spcFirstLastPara="1" rIns="91425" wrap="square" tIns="137150">
            <a:normAutofit/>
          </a:bodyPr>
          <a:lstStyle/>
          <a:p>
            <a:pPr indent="0" lvl="0" marL="0" rtl="0" algn="l">
              <a:lnSpc>
                <a:spcPct val="90000"/>
              </a:lnSpc>
              <a:spcBef>
                <a:spcPts val="0"/>
              </a:spcBef>
              <a:spcAft>
                <a:spcPts val="0"/>
              </a:spcAft>
              <a:buClr>
                <a:srgbClr val="0070C0"/>
              </a:buClr>
              <a:buSzPts val="2600"/>
              <a:buFont typeface="Avenir"/>
              <a:buNone/>
            </a:pPr>
            <a:r>
              <a:rPr b="1" lang="en-US" sz="2600">
                <a:solidFill>
                  <a:srgbClr val="0070C0"/>
                </a:solidFill>
              </a:rPr>
              <a:t>Requerimientos </a:t>
            </a:r>
            <a:br>
              <a:rPr b="1" lang="en-US" sz="2600"/>
            </a:br>
            <a:r>
              <a:rPr b="1" lang="en-US" sz="2600">
                <a:solidFill>
                  <a:srgbClr val="0070C0"/>
                </a:solidFill>
              </a:rPr>
              <a:t>no funcionales y de calidad</a:t>
            </a:r>
            <a:endParaRPr b="1" sz="2600">
              <a:solidFill>
                <a:srgbClr val="0070C0"/>
              </a:solidFill>
            </a:endParaRPr>
          </a:p>
        </p:txBody>
      </p:sp>
      <p:sp>
        <p:nvSpPr>
          <p:cNvPr id="766" name="Google Shape;766;p11"/>
          <p:cNvSpPr txBox="1"/>
          <p:nvPr>
            <p:ph idx="1" type="body"/>
          </p:nvPr>
        </p:nvSpPr>
        <p:spPr>
          <a:xfrm>
            <a:off x="5214100" y="269176"/>
            <a:ext cx="6406800" cy="60897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SzPts val="1600"/>
              <a:buNone/>
            </a:pPr>
            <a:r>
              <a:rPr b="1" lang="en-US" sz="1600"/>
              <a:t>Usabilidad del sistema</a:t>
            </a:r>
            <a:endParaRPr sz="1600"/>
          </a:p>
          <a:p>
            <a:pPr indent="0" lvl="0" marL="457200" rtl="0" algn="l">
              <a:lnSpc>
                <a:spcPct val="110000"/>
              </a:lnSpc>
              <a:spcBef>
                <a:spcPts val="0"/>
              </a:spcBef>
              <a:spcAft>
                <a:spcPts val="0"/>
              </a:spcAft>
              <a:buNone/>
            </a:pPr>
            <a:r>
              <a:t/>
            </a:r>
            <a:endParaRPr sz="1600"/>
          </a:p>
          <a:p>
            <a:pPr indent="-330200" lvl="0" marL="457200" rtl="0" algn="l">
              <a:lnSpc>
                <a:spcPct val="110000"/>
              </a:lnSpc>
              <a:spcBef>
                <a:spcPts val="0"/>
              </a:spcBef>
              <a:spcAft>
                <a:spcPts val="0"/>
              </a:spcAft>
              <a:buSzPts val="1600"/>
              <a:buChar char="-"/>
            </a:pPr>
            <a:r>
              <a:rPr lang="en-US" sz="1600"/>
              <a:t>Interfaz simple e intuitiva.</a:t>
            </a:r>
            <a:endParaRPr sz="1600"/>
          </a:p>
          <a:p>
            <a:pPr indent="0" lvl="0" marL="0" rtl="0" algn="l">
              <a:lnSpc>
                <a:spcPct val="110000"/>
              </a:lnSpc>
              <a:spcBef>
                <a:spcPts val="2500"/>
              </a:spcBef>
              <a:spcAft>
                <a:spcPts val="0"/>
              </a:spcAft>
              <a:buClr>
                <a:schemeClr val="dk1"/>
              </a:buClr>
              <a:buSzPts val="1600"/>
              <a:buFont typeface="Arial"/>
              <a:buNone/>
            </a:pPr>
            <a:r>
              <a:rPr b="1" lang="en-US" sz="1600"/>
              <a:t>Seguridad de acceso</a:t>
            </a:r>
            <a:endParaRPr b="1" sz="1600"/>
          </a:p>
          <a:p>
            <a:pPr indent="-330200" lvl="0" marL="457200" rtl="0" algn="l">
              <a:lnSpc>
                <a:spcPct val="110000"/>
              </a:lnSpc>
              <a:spcBef>
                <a:spcPts val="2500"/>
              </a:spcBef>
              <a:spcAft>
                <a:spcPts val="0"/>
              </a:spcAft>
              <a:buSzPts val="1600"/>
              <a:buChar char="-"/>
            </a:pPr>
            <a:r>
              <a:rPr lang="en-US" sz="1600"/>
              <a:t>Seguridad garantizada y acceso controlado.</a:t>
            </a:r>
            <a:endParaRPr sz="1600"/>
          </a:p>
          <a:p>
            <a:pPr indent="0" lvl="0" marL="0" rtl="0" algn="l">
              <a:lnSpc>
                <a:spcPct val="110000"/>
              </a:lnSpc>
              <a:spcBef>
                <a:spcPts val="2500"/>
              </a:spcBef>
              <a:spcAft>
                <a:spcPts val="0"/>
              </a:spcAft>
              <a:buClr>
                <a:schemeClr val="dk1"/>
              </a:buClr>
              <a:buSzPts val="1600"/>
              <a:buFont typeface="Arial"/>
              <a:buNone/>
            </a:pPr>
            <a:r>
              <a:rPr b="1" lang="en-US" sz="1600"/>
              <a:t>Rendimiento </a:t>
            </a:r>
            <a:endParaRPr b="1" sz="1600"/>
          </a:p>
          <a:p>
            <a:pPr indent="0" lvl="0" marL="457200" rtl="0" algn="l">
              <a:lnSpc>
                <a:spcPct val="110000"/>
              </a:lnSpc>
              <a:spcBef>
                <a:spcPts val="500"/>
              </a:spcBef>
              <a:spcAft>
                <a:spcPts val="0"/>
              </a:spcAft>
              <a:buNone/>
            </a:pPr>
            <a:r>
              <a:t/>
            </a:r>
            <a:endParaRPr sz="1600"/>
          </a:p>
          <a:p>
            <a:pPr indent="-330200" lvl="0" marL="457200" rtl="0" algn="l">
              <a:lnSpc>
                <a:spcPct val="110000"/>
              </a:lnSpc>
              <a:spcBef>
                <a:spcPts val="500"/>
              </a:spcBef>
              <a:spcAft>
                <a:spcPts val="0"/>
              </a:spcAft>
              <a:buSzPts val="1600"/>
              <a:buChar char="-"/>
            </a:pPr>
            <a:r>
              <a:rPr lang="en-US" sz="1600"/>
              <a:t>Respuesta inmediata.</a:t>
            </a:r>
            <a:endParaRPr sz="1600"/>
          </a:p>
          <a:p>
            <a:pPr indent="0" lvl="0" marL="0" rtl="0" algn="l">
              <a:lnSpc>
                <a:spcPct val="110000"/>
              </a:lnSpc>
              <a:spcBef>
                <a:spcPts val="2500"/>
              </a:spcBef>
              <a:spcAft>
                <a:spcPts val="0"/>
              </a:spcAft>
              <a:buClr>
                <a:schemeClr val="dk1"/>
              </a:buClr>
              <a:buSzPts val="1600"/>
              <a:buFont typeface="Arial"/>
              <a:buNone/>
            </a:pPr>
            <a:r>
              <a:rPr b="1" lang="en-US" sz="1600"/>
              <a:t>Disponibilidad</a:t>
            </a:r>
            <a:endParaRPr b="1" sz="1600"/>
          </a:p>
          <a:p>
            <a:pPr indent="-330200" lvl="0" marL="457200" rtl="0" algn="l">
              <a:lnSpc>
                <a:spcPct val="110000"/>
              </a:lnSpc>
              <a:spcBef>
                <a:spcPts val="2500"/>
              </a:spcBef>
              <a:spcAft>
                <a:spcPts val="0"/>
              </a:spcAft>
              <a:buSzPts val="1600"/>
              <a:buChar char="-"/>
            </a:pPr>
            <a:r>
              <a:rPr lang="en-US" sz="1600"/>
              <a:t>Sistema siempre operativo.</a:t>
            </a:r>
            <a:endParaRPr sz="1600"/>
          </a:p>
          <a:p>
            <a:pPr indent="0" lvl="0" marL="0" rtl="0" algn="l">
              <a:lnSpc>
                <a:spcPct val="110000"/>
              </a:lnSpc>
              <a:spcBef>
                <a:spcPts val="2500"/>
              </a:spcBef>
              <a:spcAft>
                <a:spcPts val="0"/>
              </a:spcAft>
              <a:buNone/>
            </a:pPr>
            <a:r>
              <a:rPr b="1" lang="en-US" sz="1600"/>
              <a:t>Respaldo de datos</a:t>
            </a:r>
            <a:endParaRPr b="1" sz="1600"/>
          </a:p>
          <a:p>
            <a:pPr indent="-330200" lvl="0" marL="457200" rtl="0" algn="l">
              <a:lnSpc>
                <a:spcPct val="110000"/>
              </a:lnSpc>
              <a:spcBef>
                <a:spcPts val="2500"/>
              </a:spcBef>
              <a:spcAft>
                <a:spcPts val="0"/>
              </a:spcAft>
              <a:buSzPts val="1600"/>
              <a:buChar char="-"/>
            </a:pPr>
            <a:r>
              <a:rPr lang="en-US" sz="1600"/>
              <a:t>Debe prevenir pérdidas y continuidad operativa.</a:t>
            </a:r>
            <a:endParaRPr sz="1600"/>
          </a:p>
        </p:txBody>
      </p:sp>
      <p:sp>
        <p:nvSpPr>
          <p:cNvPr id="767" name="Google Shape;767;p11"/>
          <p:cNvSpPr txBox="1"/>
          <p:nvPr>
            <p:ph idx="10" type="dt"/>
          </p:nvPr>
        </p:nvSpPr>
        <p:spPr>
          <a:xfrm>
            <a:off x="10058400" y="6029868"/>
            <a:ext cx="1179576" cy="365125"/>
          </a:xfrm>
          <a:prstGeom prst="rect">
            <a:avLst/>
          </a:prstGeom>
          <a:solidFill>
            <a:schemeClr val="lt1"/>
          </a:solid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18/04/2026</a:t>
            </a:r>
            <a:endParaRPr/>
          </a:p>
        </p:txBody>
      </p:sp>
      <p:sp>
        <p:nvSpPr>
          <p:cNvPr id="768" name="Google Shape;768;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766"/>
                                        </p:tgtEl>
                                        <p:attrNameLst>
                                          <p:attrName>style.visibility</p:attrName>
                                        </p:attrNameLst>
                                      </p:cBhvr>
                                      <p:to>
                                        <p:strVal val="visible"/>
                                      </p:to>
                                    </p:set>
                                    <p:animEffect filter="fade" transition="in">
                                      <p:cBhvr>
                                        <p:cTn dur="500"/>
                                        <p:tgtEl>
                                          <p:spTgt spid="7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12"/>
          <p:cNvSpPr txBox="1"/>
          <p:nvPr>
            <p:ph idx="1" type="body"/>
          </p:nvPr>
        </p:nvSpPr>
        <p:spPr>
          <a:xfrm>
            <a:off x="654685" y="551041"/>
            <a:ext cx="10199975" cy="469685"/>
          </a:xfrm>
          <a:prstGeom prst="rect">
            <a:avLst/>
          </a:prstGeom>
          <a:noFill/>
          <a:ln>
            <a:noFill/>
          </a:ln>
        </p:spPr>
        <p:txBody>
          <a:bodyPr anchorCtr="0" anchor="t" bIns="45700" lIns="91425" spcFirstLastPara="1" rIns="91425" wrap="square" tIns="45700">
            <a:noAutofit/>
          </a:bodyPr>
          <a:lstStyle/>
          <a:p>
            <a:pPr indent="-228600" lvl="0" marL="228600" rtl="0" algn="l">
              <a:lnSpc>
                <a:spcPct val="110000"/>
              </a:lnSpc>
              <a:spcBef>
                <a:spcPts val="0"/>
              </a:spcBef>
              <a:spcAft>
                <a:spcPts val="0"/>
              </a:spcAft>
              <a:buClr>
                <a:srgbClr val="0070C0"/>
              </a:buClr>
              <a:buSzPts val="2800"/>
              <a:buNone/>
            </a:pPr>
            <a:r>
              <a:rPr b="0" lang="en-US" sz="2800" cap="none">
                <a:solidFill>
                  <a:srgbClr val="0070C0"/>
                </a:solidFill>
                <a:latin typeface="Oswald SemiBold"/>
                <a:ea typeface="Oswald SemiBold"/>
                <a:cs typeface="Oswald SemiBold"/>
                <a:sym typeface="Oswald SemiBold"/>
              </a:rPr>
              <a:t>DESCRIPCIÓN CONTEXTO DEL SISTEMA UNILIB</a:t>
            </a:r>
            <a:endParaRPr b="0" sz="2800" cap="none">
              <a:solidFill>
                <a:srgbClr val="0070C0"/>
              </a:solidFill>
              <a:latin typeface="Oswald SemiBold"/>
              <a:ea typeface="Oswald SemiBold"/>
              <a:cs typeface="Oswald SemiBold"/>
              <a:sym typeface="Oswald SemiBold"/>
            </a:endParaRPr>
          </a:p>
          <a:p>
            <a:pPr indent="0" lvl="0" marL="0" rtl="0" algn="l">
              <a:lnSpc>
                <a:spcPct val="110000"/>
              </a:lnSpc>
              <a:spcBef>
                <a:spcPts val="1000"/>
              </a:spcBef>
              <a:spcAft>
                <a:spcPts val="0"/>
              </a:spcAft>
              <a:buClr>
                <a:schemeClr val="dk1"/>
              </a:buClr>
              <a:buSzPts val="3200"/>
              <a:buNone/>
            </a:pPr>
            <a:r>
              <a:t/>
            </a:r>
            <a:endParaRPr/>
          </a:p>
        </p:txBody>
      </p:sp>
      <p:sp>
        <p:nvSpPr>
          <p:cNvPr id="775" name="Google Shape;775;p12"/>
          <p:cNvSpPr txBox="1"/>
          <p:nvPr>
            <p:ph idx="2" type="body"/>
          </p:nvPr>
        </p:nvSpPr>
        <p:spPr>
          <a:xfrm>
            <a:off x="342335" y="1271716"/>
            <a:ext cx="9777900" cy="4428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2000">
                <a:latin typeface="Open Sans Light"/>
                <a:ea typeface="Open Sans Light"/>
                <a:cs typeface="Open Sans Light"/>
                <a:sym typeface="Open Sans Light"/>
              </a:rPr>
              <a:t>El sistema SGBU funciona como un sistema central que interactúa con:</a:t>
            </a:r>
            <a:endParaRPr b="1" sz="2000">
              <a:latin typeface="Open Sans Light"/>
              <a:ea typeface="Open Sans Light"/>
              <a:cs typeface="Open Sans Light"/>
              <a:sym typeface="Open Sans Light"/>
            </a:endParaRPr>
          </a:p>
          <a:p>
            <a:pPr indent="-298450" lvl="0" marL="457200" rtl="0" algn="l">
              <a:lnSpc>
                <a:spcPct val="115000"/>
              </a:lnSpc>
              <a:spcBef>
                <a:spcPts val="1200"/>
              </a:spcBef>
              <a:spcAft>
                <a:spcPts val="0"/>
              </a:spcAft>
              <a:buSzPts val="1100"/>
              <a:buChar char="●"/>
            </a:pPr>
            <a:r>
              <a:rPr b="1" lang="en-US" sz="2000">
                <a:latin typeface="Open Sans Light"/>
                <a:ea typeface="Open Sans Light"/>
                <a:cs typeface="Open Sans Light"/>
                <a:sym typeface="Open Sans Light"/>
              </a:rPr>
              <a:t>Usuarios (estudiantes, admin, etc.)</a:t>
            </a:r>
            <a:endParaRPr b="1" sz="2000">
              <a:latin typeface="Open Sans Light"/>
              <a:ea typeface="Open Sans Light"/>
              <a:cs typeface="Open Sans Light"/>
              <a:sym typeface="Open Sans Light"/>
            </a:endParaRPr>
          </a:p>
          <a:p>
            <a:pPr indent="-298450" lvl="0" marL="457200" rtl="0" algn="l">
              <a:lnSpc>
                <a:spcPct val="115000"/>
              </a:lnSpc>
              <a:spcBef>
                <a:spcPts val="0"/>
              </a:spcBef>
              <a:spcAft>
                <a:spcPts val="0"/>
              </a:spcAft>
              <a:buSzPts val="1100"/>
              <a:buChar char="●"/>
            </a:pPr>
            <a:r>
              <a:rPr b="1" lang="en-US" sz="2000">
                <a:latin typeface="Open Sans Light"/>
                <a:ea typeface="Open Sans Light"/>
                <a:cs typeface="Open Sans Light"/>
                <a:sym typeface="Open Sans Light"/>
              </a:rPr>
              <a:t>Gestión de libros</a:t>
            </a:r>
            <a:endParaRPr b="1" sz="2000">
              <a:latin typeface="Open Sans Light"/>
              <a:ea typeface="Open Sans Light"/>
              <a:cs typeface="Open Sans Light"/>
              <a:sym typeface="Open Sans Light"/>
            </a:endParaRPr>
          </a:p>
          <a:p>
            <a:pPr indent="-298450" lvl="0" marL="457200" rtl="0" algn="l">
              <a:lnSpc>
                <a:spcPct val="115000"/>
              </a:lnSpc>
              <a:spcBef>
                <a:spcPts val="0"/>
              </a:spcBef>
              <a:spcAft>
                <a:spcPts val="0"/>
              </a:spcAft>
              <a:buSzPts val="1100"/>
              <a:buChar char="●"/>
            </a:pPr>
            <a:r>
              <a:rPr b="1" lang="en-US" sz="2000">
                <a:latin typeface="Open Sans Light"/>
                <a:ea typeface="Open Sans Light"/>
                <a:cs typeface="Open Sans Light"/>
                <a:sym typeface="Open Sans Light"/>
              </a:rPr>
              <a:t>Préstamos y devoluciones</a:t>
            </a:r>
            <a:endParaRPr b="1" sz="2000">
              <a:latin typeface="Open Sans Light"/>
              <a:ea typeface="Open Sans Light"/>
              <a:cs typeface="Open Sans Light"/>
              <a:sym typeface="Open Sans Light"/>
            </a:endParaRPr>
          </a:p>
          <a:p>
            <a:pPr indent="-298450" lvl="0" marL="457200" rtl="0" algn="l">
              <a:lnSpc>
                <a:spcPct val="115000"/>
              </a:lnSpc>
              <a:spcBef>
                <a:spcPts val="0"/>
              </a:spcBef>
              <a:spcAft>
                <a:spcPts val="0"/>
              </a:spcAft>
              <a:buSzPts val="1100"/>
              <a:buChar char="●"/>
            </a:pPr>
            <a:r>
              <a:rPr b="1" lang="en-US" sz="2000">
                <a:latin typeface="Open Sans Light"/>
                <a:ea typeface="Open Sans Light"/>
                <a:cs typeface="Open Sans Light"/>
                <a:sym typeface="Open Sans Light"/>
              </a:rPr>
              <a:t>Catálogo online</a:t>
            </a:r>
            <a:endParaRPr b="1" sz="2000">
              <a:latin typeface="Open Sans Light"/>
              <a:ea typeface="Open Sans Light"/>
              <a:cs typeface="Open Sans Light"/>
              <a:sym typeface="Open Sans Light"/>
            </a:endParaRPr>
          </a:p>
          <a:p>
            <a:pPr indent="-298450" lvl="0" marL="457200" rtl="0" algn="l">
              <a:lnSpc>
                <a:spcPct val="115000"/>
              </a:lnSpc>
              <a:spcBef>
                <a:spcPts val="0"/>
              </a:spcBef>
              <a:spcAft>
                <a:spcPts val="0"/>
              </a:spcAft>
              <a:buSzPts val="1100"/>
              <a:buChar char="●"/>
            </a:pPr>
            <a:r>
              <a:rPr b="1" lang="en-US" sz="2000">
                <a:latin typeface="Open Sans Light"/>
                <a:ea typeface="Open Sans Light"/>
                <a:cs typeface="Open Sans Light"/>
                <a:sym typeface="Open Sans Light"/>
              </a:rPr>
              <a:t>Generación de reportes</a:t>
            </a:r>
            <a:endParaRPr b="1" sz="2000">
              <a:latin typeface="Open Sans Light"/>
              <a:ea typeface="Open Sans Light"/>
              <a:cs typeface="Open Sans Light"/>
              <a:sym typeface="Open Sans Light"/>
            </a:endParaRPr>
          </a:p>
          <a:p>
            <a:pPr indent="0" lvl="0" marL="0" rtl="0" algn="l">
              <a:lnSpc>
                <a:spcPct val="115000"/>
              </a:lnSpc>
              <a:spcBef>
                <a:spcPts val="1200"/>
              </a:spcBef>
              <a:spcAft>
                <a:spcPts val="0"/>
              </a:spcAft>
              <a:buNone/>
            </a:pPr>
            <a:r>
              <a:rPr b="1" lang="en-US" sz="2000">
                <a:latin typeface="Open Sans Light"/>
                <a:ea typeface="Open Sans Light"/>
                <a:cs typeface="Open Sans Light"/>
                <a:sym typeface="Open Sans Light"/>
              </a:rPr>
              <a:t> Todo se conecta a un sistema centralizado.</a:t>
            </a:r>
            <a:endParaRPr b="1" sz="2000">
              <a:latin typeface="Open Sans Light"/>
              <a:ea typeface="Open Sans Light"/>
              <a:cs typeface="Open Sans Light"/>
              <a:sym typeface="Open Sans Light"/>
            </a:endParaRPr>
          </a:p>
          <a:p>
            <a:pPr indent="0" lvl="0" marL="457200" rtl="0" algn="l">
              <a:lnSpc>
                <a:spcPct val="115000"/>
              </a:lnSpc>
              <a:spcBef>
                <a:spcPts val="1200"/>
              </a:spcBef>
              <a:spcAft>
                <a:spcPts val="0"/>
              </a:spcAft>
              <a:buNone/>
            </a:pPr>
            <a:r>
              <a:t/>
            </a:r>
            <a:endParaRPr b="1" sz="2000">
              <a:latin typeface="Open Sans Light"/>
              <a:ea typeface="Open Sans Light"/>
              <a:cs typeface="Open Sans Light"/>
              <a:sym typeface="Open Sans Light"/>
            </a:endParaRPr>
          </a:p>
          <a:p>
            <a:pPr indent="0" lvl="1" marL="0" rtl="0" algn="l">
              <a:lnSpc>
                <a:spcPct val="110000"/>
              </a:lnSpc>
              <a:spcBef>
                <a:spcPts val="1200"/>
              </a:spcBef>
              <a:spcAft>
                <a:spcPts val="0"/>
              </a:spcAft>
              <a:buClr>
                <a:schemeClr val="dk1"/>
              </a:buClr>
              <a:buSzPts val="2000"/>
              <a:buNone/>
            </a:pPr>
            <a:r>
              <a:t/>
            </a:r>
            <a:endParaRPr b="1" sz="2000">
              <a:latin typeface="Open Sans Light"/>
              <a:ea typeface="Open Sans Light"/>
              <a:cs typeface="Open Sans Light"/>
              <a:sym typeface="Open Sans Light"/>
            </a:endParaRPr>
          </a:p>
          <a:p>
            <a:pPr indent="0" lvl="0" marL="0" rtl="0" algn="l">
              <a:lnSpc>
                <a:spcPct val="110000"/>
              </a:lnSpc>
              <a:spcBef>
                <a:spcPts val="2500"/>
              </a:spcBef>
              <a:spcAft>
                <a:spcPts val="0"/>
              </a:spcAft>
              <a:buClr>
                <a:schemeClr val="dk1"/>
              </a:buClr>
              <a:buSzPts val="1400"/>
              <a:buNone/>
            </a:pPr>
            <a:r>
              <a:rPr i="1" lang="en-US">
                <a:latin typeface="Open Sans Light"/>
                <a:ea typeface="Open Sans Light"/>
                <a:cs typeface="Open Sans Light"/>
                <a:sym typeface="Open Sans Light"/>
              </a:rPr>
              <a:t>"</a:t>
            </a:r>
            <a:endParaRPr i="1"/>
          </a:p>
          <a:p>
            <a:pPr indent="0" lvl="0" marL="0" rtl="0" algn="l">
              <a:lnSpc>
                <a:spcPct val="110000"/>
              </a:lnSpc>
              <a:spcBef>
                <a:spcPts val="2500"/>
              </a:spcBef>
              <a:spcAft>
                <a:spcPts val="0"/>
              </a:spcAft>
              <a:buClr>
                <a:schemeClr val="dk1"/>
              </a:buClr>
              <a:buSzPts val="2000"/>
              <a:buNone/>
            </a:pPr>
            <a:r>
              <a:t/>
            </a:r>
            <a:endParaRPr b="1" sz="2000">
              <a:latin typeface="Open Sans Light"/>
              <a:ea typeface="Open Sans Light"/>
              <a:cs typeface="Open Sans Light"/>
              <a:sym typeface="Open Sans Light"/>
            </a:endParaRPr>
          </a:p>
          <a:p>
            <a:pPr indent="0" lvl="0" marL="0" rtl="0" algn="l">
              <a:lnSpc>
                <a:spcPct val="110000"/>
              </a:lnSpc>
              <a:spcBef>
                <a:spcPts val="1000"/>
              </a:spcBef>
              <a:spcAft>
                <a:spcPts val="0"/>
              </a:spcAft>
              <a:buClr>
                <a:schemeClr val="dk1"/>
              </a:buClr>
              <a:buSzPts val="2800"/>
              <a:buNone/>
            </a:pPr>
            <a:r>
              <a:t/>
            </a:r>
            <a:endParaRPr sz="2800">
              <a:solidFill>
                <a:srgbClr val="444742"/>
              </a:solidFill>
              <a:latin typeface="Arial"/>
              <a:ea typeface="Arial"/>
              <a:cs typeface="Arial"/>
              <a:sym typeface="Arial"/>
            </a:endParaRPr>
          </a:p>
          <a:p>
            <a:pPr indent="-114300" lvl="0" marL="228600" rtl="0" algn="l">
              <a:lnSpc>
                <a:spcPct val="110000"/>
              </a:lnSpc>
              <a:spcBef>
                <a:spcPts val="2500"/>
              </a:spcBef>
              <a:spcAft>
                <a:spcPts val="0"/>
              </a:spcAft>
              <a:buClr>
                <a:schemeClr val="dk1"/>
              </a:buClr>
              <a:buSzPts val="1800"/>
              <a:buNone/>
            </a:pPr>
            <a:r>
              <a:t/>
            </a:r>
            <a:endParaRPr b="1" sz="1800">
              <a:latin typeface="Open Sans Light"/>
              <a:ea typeface="Open Sans Light"/>
              <a:cs typeface="Open Sans Light"/>
              <a:sym typeface="Open Sans Light"/>
            </a:endParaRPr>
          </a:p>
          <a:p>
            <a:pPr indent="-139700" lvl="0" marL="228600" rtl="0" algn="l">
              <a:lnSpc>
                <a:spcPct val="110000"/>
              </a:lnSpc>
              <a:spcBef>
                <a:spcPts val="1000"/>
              </a:spcBef>
              <a:spcAft>
                <a:spcPts val="0"/>
              </a:spcAft>
              <a:buClr>
                <a:schemeClr val="dk1"/>
              </a:buClr>
              <a:buSzPts val="1400"/>
              <a:buNone/>
            </a:pPr>
            <a:r>
              <a:t/>
            </a:r>
            <a:endParaRPr/>
          </a:p>
        </p:txBody>
      </p:sp>
      <p:pic>
        <p:nvPicPr>
          <p:cNvPr id="776" name="Google Shape;776;p12"/>
          <p:cNvPicPr preferRelativeResize="0"/>
          <p:nvPr/>
        </p:nvPicPr>
        <p:blipFill>
          <a:blip r:embed="rId3">
            <a:alphaModFix/>
          </a:blip>
          <a:stretch>
            <a:fillRect/>
          </a:stretch>
        </p:blipFill>
        <p:spPr>
          <a:xfrm>
            <a:off x="7076900" y="1886750"/>
            <a:ext cx="4493274" cy="3449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3"/>
          <p:cNvSpPr txBox="1"/>
          <p:nvPr>
            <p:ph type="title"/>
          </p:nvPr>
        </p:nvSpPr>
        <p:spPr>
          <a:xfrm>
            <a:off x="687256" y="171813"/>
            <a:ext cx="10104600" cy="11247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0070C0"/>
              </a:buClr>
              <a:buSzPts val="3400"/>
              <a:buFont typeface="Avenir"/>
              <a:buNone/>
            </a:pPr>
            <a:r>
              <a:rPr lang="en-US">
                <a:solidFill>
                  <a:srgbClr val="0070C0"/>
                </a:solidFill>
              </a:rPr>
              <a:t>Mejoras propuestas y lecciones aprendidas</a:t>
            </a:r>
            <a:endParaRPr>
              <a:solidFill>
                <a:srgbClr val="0070C0"/>
              </a:solidFill>
            </a:endParaRPr>
          </a:p>
        </p:txBody>
      </p:sp>
      <p:pic>
        <p:nvPicPr>
          <p:cNvPr descr="Concepto de empresario pensando / buscando ideas." id="783" name="Google Shape;783;p13"/>
          <p:cNvPicPr preferRelativeResize="0"/>
          <p:nvPr>
            <p:ph idx="1" type="body"/>
          </p:nvPr>
        </p:nvPicPr>
        <p:blipFill rotWithShape="1">
          <a:blip r:embed="rId3">
            <a:alphaModFix/>
          </a:blip>
          <a:srcRect b="0" l="0" r="0" t="0"/>
          <a:stretch/>
        </p:blipFill>
        <p:spPr>
          <a:xfrm>
            <a:off x="8394700" y="1516200"/>
            <a:ext cx="3704400" cy="4097400"/>
          </a:xfrm>
          <a:prstGeom prst="rect">
            <a:avLst/>
          </a:prstGeom>
          <a:noFill/>
          <a:ln>
            <a:noFill/>
          </a:ln>
        </p:spPr>
      </p:pic>
      <p:sp>
        <p:nvSpPr>
          <p:cNvPr id="784" name="Google Shape;784;p13"/>
          <p:cNvSpPr txBox="1"/>
          <p:nvPr>
            <p:ph idx="2" type="body"/>
          </p:nvPr>
        </p:nvSpPr>
        <p:spPr>
          <a:xfrm>
            <a:off x="868675" y="1244400"/>
            <a:ext cx="6535800" cy="43692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0000"/>
              </a:lnSpc>
              <a:spcBef>
                <a:spcPts val="0"/>
              </a:spcBef>
              <a:spcAft>
                <a:spcPts val="0"/>
              </a:spcAft>
              <a:buClr>
                <a:schemeClr val="dk1"/>
              </a:buClr>
              <a:buSzPct val="77778"/>
              <a:buNone/>
            </a:pPr>
            <a:r>
              <a:t/>
            </a:r>
            <a:endParaRPr/>
          </a:p>
          <a:p>
            <a:pPr indent="0" lvl="0" marL="0" rtl="0" algn="l">
              <a:lnSpc>
                <a:spcPct val="110000"/>
              </a:lnSpc>
              <a:spcBef>
                <a:spcPts val="2500"/>
              </a:spcBef>
              <a:spcAft>
                <a:spcPts val="0"/>
              </a:spcAft>
              <a:buClr>
                <a:schemeClr val="dk1"/>
              </a:buClr>
              <a:buSzPct val="30435"/>
              <a:buFont typeface="Arial"/>
              <a:buNone/>
            </a:pPr>
            <a:r>
              <a:rPr b="1" lang="en-US" sz="4600"/>
              <a:t>Acciones para asegurar calidad</a:t>
            </a:r>
            <a:endParaRPr sz="5000"/>
          </a:p>
          <a:p>
            <a:pPr indent="0" lvl="1" marL="0" rtl="0" algn="l">
              <a:lnSpc>
                <a:spcPct val="110000"/>
              </a:lnSpc>
              <a:spcBef>
                <a:spcPts val="500"/>
              </a:spcBef>
              <a:spcAft>
                <a:spcPts val="0"/>
              </a:spcAft>
              <a:buClr>
                <a:schemeClr val="dk1"/>
              </a:buClr>
              <a:buSzPct val="30435"/>
              <a:buNone/>
            </a:pPr>
            <a:r>
              <a:rPr lang="en-US" sz="4600">
                <a:highlight>
                  <a:schemeClr val="lt1"/>
                </a:highlight>
              </a:rPr>
              <a:t>Durante el desarrollo se implementarán pruebas funcionales por módulo a cargo del Tester/QA, validando que cada funcionalidad cumpla los criterios de aceptación definidos antes de avanzar a la siguiente fase. </a:t>
            </a:r>
            <a:endParaRPr sz="4600">
              <a:highlight>
                <a:schemeClr val="lt1"/>
              </a:highlight>
            </a:endParaRPr>
          </a:p>
          <a:p>
            <a:pPr indent="0" lvl="1" marL="0" rtl="0" algn="l">
              <a:lnSpc>
                <a:spcPct val="110000"/>
              </a:lnSpc>
              <a:spcBef>
                <a:spcPts val="500"/>
              </a:spcBef>
              <a:spcAft>
                <a:spcPts val="0"/>
              </a:spcAft>
              <a:buClr>
                <a:schemeClr val="dk1"/>
              </a:buClr>
              <a:buSzPct val="30435"/>
              <a:buNone/>
            </a:pPr>
            <a:r>
              <a:rPr b="1" lang="en-US" sz="4600">
                <a:highlight>
                  <a:schemeClr val="lt1"/>
                </a:highlight>
              </a:rPr>
              <a:t>Optimización </a:t>
            </a:r>
            <a:endParaRPr b="1" sz="4600">
              <a:highlight>
                <a:schemeClr val="lt1"/>
              </a:highlight>
            </a:endParaRPr>
          </a:p>
          <a:p>
            <a:pPr indent="0" lvl="1" marL="0" rtl="0" algn="l">
              <a:lnSpc>
                <a:spcPct val="110000"/>
              </a:lnSpc>
              <a:spcBef>
                <a:spcPts val="500"/>
              </a:spcBef>
              <a:spcAft>
                <a:spcPts val="0"/>
              </a:spcAft>
              <a:buClr>
                <a:schemeClr val="dk1"/>
              </a:buClr>
              <a:buSzPct val="30435"/>
              <a:buNone/>
            </a:pPr>
            <a:r>
              <a:rPr lang="en-US" sz="4600">
                <a:highlight>
                  <a:schemeClr val="lt1"/>
                </a:highlight>
              </a:rPr>
              <a:t>El proyecyo mejora la optimizacion de recursos al automatizar procesos que anteriormente eran manuales, como el registro de prestamo y devoluciones.esto permite reducir el tiempo de atencion, disminuir errores humanos y mejorar el control de inventario de libros,evitando perdidas o extravios. Ademas la centralizacion de la informacion en un sistema unico facilita el acceso rapido a los datos, aumentando la eficiencia operativa de la biblioteca.</a:t>
            </a:r>
            <a:endParaRPr b="1" sz="4600">
              <a:highlight>
                <a:schemeClr val="lt1"/>
              </a:highlight>
            </a:endParaRPr>
          </a:p>
          <a:p>
            <a:pPr indent="0" lvl="1" marL="0" rtl="0" algn="l">
              <a:lnSpc>
                <a:spcPct val="110000"/>
              </a:lnSpc>
              <a:spcBef>
                <a:spcPts val="500"/>
              </a:spcBef>
              <a:spcAft>
                <a:spcPts val="0"/>
              </a:spcAft>
              <a:buClr>
                <a:schemeClr val="dk1"/>
              </a:buClr>
              <a:buSzPct val="30435"/>
              <a:buNone/>
            </a:pPr>
            <a:r>
              <a:rPr b="1" lang="en-US" sz="4600">
                <a:highlight>
                  <a:schemeClr val="lt1"/>
                </a:highlight>
              </a:rPr>
              <a:t>Usabilidad Y/O accesibilidad</a:t>
            </a:r>
            <a:endParaRPr sz="4600">
              <a:highlight>
                <a:schemeClr val="lt1"/>
              </a:highlight>
            </a:endParaRPr>
          </a:p>
          <a:p>
            <a:pPr indent="0" lvl="1" marL="0" rtl="0" algn="l">
              <a:lnSpc>
                <a:spcPct val="110000"/>
              </a:lnSpc>
              <a:spcBef>
                <a:spcPts val="500"/>
              </a:spcBef>
              <a:spcAft>
                <a:spcPts val="0"/>
              </a:spcAft>
              <a:buClr>
                <a:schemeClr val="dk1"/>
              </a:buClr>
              <a:buSzPct val="31915"/>
              <a:buNone/>
            </a:pPr>
            <a:r>
              <a:rPr lang="en-US" sz="4700">
                <a:highlight>
                  <a:schemeClr val="lt1"/>
                </a:highlight>
              </a:rPr>
              <a:t>La usabilidad del sistema es fundamental, por lo que se propone una interfaz simple, clara e intuitiva, permitiendo q usuarios con distintos niveles de conocimiento puedan utilizarla sin dificultad. ademas el acceso al catalogo en llinea mejora la accesibilidad, ya que los usuarios podran consultar la disponibilidad de libros de forma remota, lo mejora significativamente la experiencia de usuario y reduce la necesidad de interaccion presencial.</a:t>
            </a:r>
            <a:endParaRPr sz="4600">
              <a:highlight>
                <a:schemeClr val="lt1"/>
              </a:highlight>
            </a:endParaRPr>
          </a:p>
          <a:p>
            <a:pPr indent="0" lvl="1" marL="0" rtl="0" algn="l">
              <a:lnSpc>
                <a:spcPct val="110000"/>
              </a:lnSpc>
              <a:spcBef>
                <a:spcPts val="500"/>
              </a:spcBef>
              <a:spcAft>
                <a:spcPts val="0"/>
              </a:spcAft>
              <a:buClr>
                <a:schemeClr val="dk1"/>
              </a:buClr>
              <a:buSzPct val="32608"/>
              <a:buNone/>
            </a:pPr>
            <a:r>
              <a:rPr b="1" lang="en-US" sz="4600">
                <a:highlight>
                  <a:schemeClr val="lt1"/>
                </a:highlight>
              </a:rPr>
              <a:t>Análisis crítico y aprendizaje</a:t>
            </a:r>
            <a:endParaRPr b="1" sz="4600">
              <a:highlight>
                <a:schemeClr val="lt1"/>
              </a:highlight>
            </a:endParaRPr>
          </a:p>
          <a:p>
            <a:pPr indent="0" lvl="1" marL="0" rtl="0" algn="l">
              <a:lnSpc>
                <a:spcPct val="110000"/>
              </a:lnSpc>
              <a:spcBef>
                <a:spcPts val="500"/>
              </a:spcBef>
              <a:spcAft>
                <a:spcPts val="0"/>
              </a:spcAft>
              <a:buClr>
                <a:schemeClr val="dk1"/>
              </a:buClr>
              <a:buSzPct val="30435"/>
              <a:buNone/>
            </a:pPr>
            <a:r>
              <a:rPr lang="en-US" sz="4600">
                <a:highlight>
                  <a:schemeClr val="lt1"/>
                </a:highlight>
              </a:rPr>
              <a:t>El desarrollo de este proyecto permitio comprender la importancia de una correcta definicio de requisitos, ya que estos son las base de un sistema funcional y sin errores,asimismo, se evidencia que el uso de metodologia como “Kanban” facilita la organizacion del trabajo y mejora la gestion del equipo, finalmente, se reconoce que una buena planificacion y division de roles contribuye directamente al exito del proyecto, fortalenciendo las habilidades tecnica y de trabajo en equipo ed área de ingenieria de </a:t>
            </a:r>
            <a:r>
              <a:rPr lang="en-US" sz="4600">
                <a:highlight>
                  <a:schemeClr val="lt1"/>
                </a:highlight>
              </a:rPr>
              <a:t>software</a:t>
            </a:r>
            <a:endParaRPr sz="4600">
              <a:highlight>
                <a:schemeClr val="lt1"/>
              </a:highlight>
            </a:endParaRPr>
          </a:p>
        </p:txBody>
      </p:sp>
      <p:sp>
        <p:nvSpPr>
          <p:cNvPr id="785" name="Google Shape;785;p13"/>
          <p:cNvSpPr txBox="1"/>
          <p:nvPr>
            <p:ph idx="10" type="dt"/>
          </p:nvPr>
        </p:nvSpPr>
        <p:spPr>
          <a:xfrm>
            <a:off x="86868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18</a:t>
            </a:r>
            <a:r>
              <a:rPr lang="en-US"/>
              <a:t>/04</a:t>
            </a:r>
            <a:r>
              <a:rPr lang="en-US"/>
              <a:t>/2026</a:t>
            </a:r>
            <a:endParaRPr/>
          </a:p>
        </p:txBody>
      </p:sp>
      <p:sp>
        <p:nvSpPr>
          <p:cNvPr id="786" name="Google Shape;78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784"/>
                                        </p:tgtEl>
                                        <p:attrNameLst>
                                          <p:attrName>style.visibility</p:attrName>
                                        </p:attrNameLst>
                                      </p:cBhvr>
                                      <p:to>
                                        <p:strVal val="visible"/>
                                      </p:to>
                                    </p:set>
                                    <p:animEffect filter="fade" transition="in">
                                      <p:cBhvr>
                                        <p:cTn dur="500"/>
                                        <p:tgtEl>
                                          <p:spTgt spid="7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4"/>
          <p:cNvSpPr txBox="1"/>
          <p:nvPr>
            <p:ph type="title"/>
          </p:nvPr>
        </p:nvSpPr>
        <p:spPr>
          <a:xfrm>
            <a:off x="486934" y="74643"/>
            <a:ext cx="10177272" cy="299008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70C0"/>
              </a:buClr>
              <a:buSzPts val="5400"/>
              <a:buFont typeface="Avenir"/>
              <a:buNone/>
            </a:pPr>
            <a:r>
              <a:rPr lang="en-US">
                <a:solidFill>
                  <a:srgbClr val="0070C0"/>
                </a:solidFill>
              </a:rPr>
              <a:t>Conclusión del caso Biblioteca</a:t>
            </a:r>
            <a:endParaRPr/>
          </a:p>
        </p:txBody>
      </p:sp>
      <p:sp>
        <p:nvSpPr>
          <p:cNvPr id="793" name="Google Shape;793;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18/04/2026</a:t>
            </a:r>
            <a:endParaRPr/>
          </a:p>
        </p:txBody>
      </p:sp>
      <p:sp>
        <p:nvSpPr>
          <p:cNvPr id="794" name="Google Shape;79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pic>
        <p:nvPicPr>
          <p:cNvPr descr="Escritorio vacío" id="795" name="Google Shape;795;p14"/>
          <p:cNvPicPr preferRelativeResize="0"/>
          <p:nvPr>
            <p:ph idx="2" type="pic"/>
          </p:nvPr>
        </p:nvPicPr>
        <p:blipFill rotWithShape="1">
          <a:blip r:embed="rId3">
            <a:alphaModFix/>
          </a:blip>
          <a:srcRect b="-4302" l="27590" r="5961" t="4300"/>
          <a:stretch/>
        </p:blipFill>
        <p:spPr>
          <a:xfrm>
            <a:off x="10547500" y="0"/>
            <a:ext cx="1585526" cy="1582950"/>
          </a:xfrm>
          <a:prstGeom prst="rect">
            <a:avLst/>
          </a:prstGeom>
          <a:noFill/>
          <a:ln>
            <a:noFill/>
          </a:ln>
        </p:spPr>
      </p:pic>
      <p:sp>
        <p:nvSpPr>
          <p:cNvPr id="796" name="Google Shape;796;p14"/>
          <p:cNvSpPr txBox="1"/>
          <p:nvPr>
            <p:ph idx="4294967295" type="body"/>
          </p:nvPr>
        </p:nvSpPr>
        <p:spPr>
          <a:xfrm>
            <a:off x="687875" y="1020200"/>
            <a:ext cx="10912500" cy="52053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Clr>
                <a:schemeClr val="dk1"/>
              </a:buClr>
              <a:buSzPts val="2800"/>
              <a:buFont typeface="Arial"/>
              <a:buNone/>
            </a:pPr>
            <a:r>
              <a:rPr b="1" lang="en-US" sz="1700"/>
              <a:t>Importancia de requisitos y hallazgos</a:t>
            </a:r>
            <a:r>
              <a:rPr b="1" lang="en-US" sz="1700"/>
              <a:t>:</a:t>
            </a:r>
            <a:endParaRPr sz="1700"/>
          </a:p>
          <a:p>
            <a:pPr indent="-323850" lvl="0" marL="457200" rtl="0" algn="l">
              <a:lnSpc>
                <a:spcPct val="115000"/>
              </a:lnSpc>
              <a:spcBef>
                <a:spcPts val="0"/>
              </a:spcBef>
              <a:spcAft>
                <a:spcPts val="0"/>
              </a:spcAft>
              <a:buSzPts val="1500"/>
              <a:buChar char="•"/>
            </a:pPr>
            <a:r>
              <a:rPr lang="en-US" sz="1500">
                <a:highlight>
                  <a:schemeClr val="lt1"/>
                </a:highlight>
              </a:rPr>
              <a:t>Existencia de un sistema manual e ineficiente</a:t>
            </a:r>
            <a:endParaRPr sz="1500">
              <a:highlight>
                <a:schemeClr val="lt1"/>
              </a:highlight>
            </a:endParaRPr>
          </a:p>
          <a:p>
            <a:pPr indent="-323850" lvl="0" marL="457200" rtl="0" algn="l">
              <a:lnSpc>
                <a:spcPct val="115000"/>
              </a:lnSpc>
              <a:spcBef>
                <a:spcPts val="0"/>
              </a:spcBef>
              <a:spcAft>
                <a:spcPts val="0"/>
              </a:spcAft>
              <a:buSzPts val="1500"/>
              <a:buChar char="•"/>
            </a:pPr>
            <a:r>
              <a:rPr lang="en-US" sz="1500">
                <a:highlight>
                  <a:schemeClr val="lt1"/>
                </a:highlight>
              </a:rPr>
              <a:t>Necesidad de digitalizar la gestión de la biblioteca</a:t>
            </a:r>
            <a:endParaRPr sz="1500">
              <a:highlight>
                <a:schemeClr val="lt1"/>
              </a:highlight>
            </a:endParaRPr>
          </a:p>
          <a:p>
            <a:pPr indent="-323850" lvl="0" marL="457200" rtl="0" algn="l">
              <a:lnSpc>
                <a:spcPct val="115000"/>
              </a:lnSpc>
              <a:spcBef>
                <a:spcPts val="0"/>
              </a:spcBef>
              <a:spcAft>
                <a:spcPts val="0"/>
              </a:spcAft>
              <a:buSzPts val="1500"/>
              <a:buChar char="•"/>
            </a:pPr>
            <a:r>
              <a:rPr lang="en-US" sz="1500">
                <a:highlight>
                  <a:schemeClr val="lt1"/>
                </a:highlight>
              </a:rPr>
              <a:t>Definir requisitos permitió establecer el alcance y funciones del sistema</a:t>
            </a:r>
            <a:endParaRPr sz="1500">
              <a:highlight>
                <a:schemeClr val="lt1"/>
              </a:highlight>
            </a:endParaRPr>
          </a:p>
          <a:p>
            <a:pPr indent="0" lvl="0" marL="0" rtl="0" algn="l">
              <a:lnSpc>
                <a:spcPct val="115000"/>
              </a:lnSpc>
              <a:spcBef>
                <a:spcPts val="1200"/>
              </a:spcBef>
              <a:spcAft>
                <a:spcPts val="0"/>
              </a:spcAft>
              <a:buNone/>
            </a:pPr>
            <a:r>
              <a:rPr b="1" lang="en-US" sz="1700"/>
              <a:t>Éxito del Proyecto de Software:	</a:t>
            </a:r>
            <a:endParaRPr b="1" sz="1700"/>
          </a:p>
          <a:p>
            <a:pPr indent="-323850" lvl="0" marL="457200" rtl="0" algn="l">
              <a:lnSpc>
                <a:spcPct val="115000"/>
              </a:lnSpc>
              <a:spcBef>
                <a:spcPts val="1200"/>
              </a:spcBef>
              <a:spcAft>
                <a:spcPts val="0"/>
              </a:spcAft>
              <a:buSzPts val="1500"/>
              <a:buChar char="•"/>
            </a:pPr>
            <a:r>
              <a:rPr lang="en-US" sz="1500"/>
              <a:t>Desarrollo basado en módulos (usuarios, libros, préstamos, catálogo, reportes) </a:t>
            </a:r>
            <a:endParaRPr sz="1500"/>
          </a:p>
          <a:p>
            <a:pPr indent="-323850" lvl="0" marL="457200" rtl="0" algn="l">
              <a:lnSpc>
                <a:spcPct val="115000"/>
              </a:lnSpc>
              <a:spcBef>
                <a:spcPts val="0"/>
              </a:spcBef>
              <a:spcAft>
                <a:spcPts val="0"/>
              </a:spcAft>
              <a:buSzPts val="1500"/>
              <a:buChar char="•"/>
            </a:pPr>
            <a:r>
              <a:rPr lang="en-US" sz="1500"/>
              <a:t>Cumplimiento de necesidades como control, registro y consultas </a:t>
            </a:r>
            <a:endParaRPr sz="1500"/>
          </a:p>
          <a:p>
            <a:pPr indent="-323850" lvl="0" marL="457200" rtl="0" algn="l">
              <a:lnSpc>
                <a:spcPct val="115000"/>
              </a:lnSpc>
              <a:spcBef>
                <a:spcPts val="0"/>
              </a:spcBef>
              <a:spcAft>
                <a:spcPts val="0"/>
              </a:spcAft>
              <a:buSzPts val="1500"/>
              <a:buChar char="•"/>
            </a:pPr>
            <a:r>
              <a:rPr lang="en-US" sz="1500"/>
              <a:t>Mejora en eficiencia y reducción de errores </a:t>
            </a:r>
            <a:endParaRPr sz="1500"/>
          </a:p>
          <a:p>
            <a:pPr indent="0" lvl="0" marL="457200" rtl="0" algn="l">
              <a:lnSpc>
                <a:spcPct val="100000"/>
              </a:lnSpc>
              <a:spcBef>
                <a:spcPts val="0"/>
              </a:spcBef>
              <a:spcAft>
                <a:spcPts val="0"/>
              </a:spcAft>
              <a:buNone/>
            </a:pPr>
            <a:r>
              <a:t/>
            </a:r>
            <a:endParaRPr sz="1500"/>
          </a:p>
          <a:p>
            <a:pPr indent="0" lvl="0" marL="0" rtl="0" algn="l">
              <a:lnSpc>
                <a:spcPct val="115000"/>
              </a:lnSpc>
              <a:spcBef>
                <a:spcPts val="0"/>
              </a:spcBef>
              <a:spcAft>
                <a:spcPts val="0"/>
              </a:spcAft>
              <a:buClr>
                <a:schemeClr val="dk1"/>
              </a:buClr>
              <a:buSzPts val="2800"/>
              <a:buFont typeface="Arial"/>
              <a:buNone/>
            </a:pPr>
            <a:r>
              <a:rPr b="1" lang="en-US" sz="1700"/>
              <a:t>Aporte al Negocio de la Biblioteca:</a:t>
            </a:r>
            <a:endParaRPr b="1" sz="1700"/>
          </a:p>
          <a:p>
            <a:pPr indent="-323850" lvl="0" marL="457200" rtl="0" algn="l">
              <a:lnSpc>
                <a:spcPct val="115000"/>
              </a:lnSpc>
              <a:spcBef>
                <a:spcPts val="0"/>
              </a:spcBef>
              <a:spcAft>
                <a:spcPts val="0"/>
              </a:spcAft>
              <a:buSzPts val="1500"/>
              <a:buChar char="•"/>
            </a:pPr>
            <a:r>
              <a:rPr lang="en-US" sz="1500"/>
              <a:t>Automatización de préstamos y devoluciones</a:t>
            </a:r>
            <a:endParaRPr sz="1500"/>
          </a:p>
          <a:p>
            <a:pPr indent="-323850" lvl="0" marL="457200" rtl="0" algn="l">
              <a:lnSpc>
                <a:spcPct val="115000"/>
              </a:lnSpc>
              <a:spcBef>
                <a:spcPts val="0"/>
              </a:spcBef>
              <a:spcAft>
                <a:spcPts val="0"/>
              </a:spcAft>
              <a:buSzPts val="1500"/>
              <a:buChar char="•"/>
            </a:pPr>
            <a:r>
              <a:rPr lang="en-US" sz="1500"/>
              <a:t>Mejor control del inventario de libros </a:t>
            </a:r>
            <a:endParaRPr sz="1500"/>
          </a:p>
          <a:p>
            <a:pPr indent="-323850" lvl="0" marL="457200" rtl="0" algn="l">
              <a:lnSpc>
                <a:spcPct val="115000"/>
              </a:lnSpc>
              <a:spcBef>
                <a:spcPts val="0"/>
              </a:spcBef>
              <a:spcAft>
                <a:spcPts val="0"/>
              </a:spcAft>
              <a:buSzPts val="1500"/>
              <a:buChar char="•"/>
            </a:pPr>
            <a:r>
              <a:rPr lang="en-US" sz="1500"/>
              <a:t>Acceso al catálogo en línea y mejora en la experiencia de usuario </a:t>
            </a:r>
            <a:endParaRPr sz="1500"/>
          </a:p>
          <a:p>
            <a:pPr indent="0" lvl="0" marL="0" rtl="0" algn="l">
              <a:lnSpc>
                <a:spcPct val="90000"/>
              </a:lnSpc>
              <a:spcBef>
                <a:spcPts val="2500"/>
              </a:spcBef>
              <a:spcAft>
                <a:spcPts val="0"/>
              </a:spcAft>
              <a:buClr>
                <a:schemeClr val="dk1"/>
              </a:buClr>
              <a:buSzPts val="2800"/>
              <a:buFont typeface="Arial"/>
              <a:buNone/>
            </a:pPr>
            <a:r>
              <a:rPr b="1" lang="en-US" sz="1700"/>
              <a:t>Relevancia de Ingeniería de Software</a:t>
            </a:r>
            <a:endParaRPr sz="1700"/>
          </a:p>
          <a:p>
            <a:pPr indent="0" lvl="1" marL="0" rtl="0" algn="l">
              <a:lnSpc>
                <a:spcPct val="90000"/>
              </a:lnSpc>
              <a:spcBef>
                <a:spcPts val="500"/>
              </a:spcBef>
              <a:spcAft>
                <a:spcPts val="0"/>
              </a:spcAft>
              <a:buClr>
                <a:schemeClr val="dk1"/>
              </a:buClr>
              <a:buSzPts val="2400"/>
              <a:buNone/>
            </a:pPr>
            <a:r>
              <a:rPr lang="en-US" sz="1500"/>
              <a:t>La Ingeniería de Software permite estructurar el desarrollo mediante metodologías, buenas prácticas y definición de requisitos, asegurando un sistema eficiente, mantenible y alineado con las necesidades del negocio.</a:t>
            </a:r>
            <a:endParaRPr sz="1500"/>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796"/>
                                        </p:tgtEl>
                                        <p:attrNameLst>
                                          <p:attrName>style.visibility</p:attrName>
                                        </p:attrNameLst>
                                      </p:cBhvr>
                                      <p:to>
                                        <p:strVal val="visible"/>
                                      </p:to>
                                    </p:set>
                                    <p:animEffect filter="fade" transition="in">
                                      <p:cBhvr>
                                        <p:cTn dur="500"/>
                                        <p:tgtEl>
                                          <p:spTgt spid="7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0" name="Shape 800"/>
        <p:cNvGrpSpPr/>
        <p:nvPr/>
      </p:nvGrpSpPr>
      <p:grpSpPr>
        <a:xfrm>
          <a:off x="0" y="0"/>
          <a:ext cx="0" cy="0"/>
          <a:chOff x="0" y="0"/>
          <a:chExt cx="0" cy="0"/>
        </a:xfrm>
      </p:grpSpPr>
      <p:sp>
        <p:nvSpPr>
          <p:cNvPr id="801" name="Google Shape;801;p15"/>
          <p:cNvSpPr txBox="1"/>
          <p:nvPr>
            <p:ph type="title"/>
          </p:nvPr>
        </p:nvSpPr>
        <p:spPr>
          <a:xfrm>
            <a:off x="1115568" y="548640"/>
            <a:ext cx="10168128" cy="11795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venir"/>
              <a:buNone/>
            </a:pPr>
            <a:r>
              <a:rPr lang="en-US"/>
              <a:t>Recomendaciones finales </a:t>
            </a:r>
            <a:endParaRPr/>
          </a:p>
        </p:txBody>
      </p:sp>
      <p:sp>
        <p:nvSpPr>
          <p:cNvPr id="802" name="Google Shape;802;p15"/>
          <p:cNvSpPr txBox="1"/>
          <p:nvPr>
            <p:ph idx="10" type="dt"/>
          </p:nvPr>
        </p:nvSpPr>
        <p:spPr>
          <a:xfrm>
            <a:off x="1115568"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11/8/2025</a:t>
            </a:r>
            <a:endParaRPr/>
          </a:p>
        </p:txBody>
      </p:sp>
      <p:sp>
        <p:nvSpPr>
          <p:cNvPr id="803" name="Google Shape;80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Texto de ejemplo para el pie de página</a:t>
            </a:r>
            <a:endParaRPr/>
          </a:p>
        </p:txBody>
      </p:sp>
      <p:sp>
        <p:nvSpPr>
          <p:cNvPr id="804" name="Google Shape;804;p15"/>
          <p:cNvSpPr txBox="1"/>
          <p:nvPr>
            <p:ph idx="12" type="sldNum"/>
          </p:nvPr>
        </p:nvSpPr>
        <p:spPr>
          <a:xfrm>
            <a:off x="8540496"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05" name="Google Shape;805;p15"/>
          <p:cNvSpPr txBox="1"/>
          <p:nvPr/>
        </p:nvSpPr>
        <p:spPr>
          <a:xfrm>
            <a:off x="272401" y="2385399"/>
            <a:ext cx="9286532"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Importante</a:t>
            </a:r>
            <a:endParaRPr sz="1800">
              <a:solidFill>
                <a:schemeClr val="dk1"/>
              </a:solidFill>
              <a:latin typeface="Avenir"/>
              <a:ea typeface="Avenir"/>
              <a:cs typeface="Avenir"/>
              <a:sym typeface="Avenir"/>
            </a:endParaRPr>
          </a:p>
          <a:p>
            <a:pPr indent="0" lvl="0" marL="0" marR="0" rtl="0" algn="l">
              <a:spcBef>
                <a:spcPts val="0"/>
              </a:spcBef>
              <a:spcAft>
                <a:spcPts val="0"/>
              </a:spcAft>
              <a:buNone/>
            </a:pPr>
            <a:br>
              <a:rPr lang="en-US" sz="1800">
                <a:solidFill>
                  <a:schemeClr val="dk1"/>
                </a:solidFill>
                <a:latin typeface="Avenir"/>
                <a:ea typeface="Avenir"/>
                <a:cs typeface="Avenir"/>
                <a:sym typeface="Avenir"/>
              </a:rPr>
            </a:br>
            <a:endParaRPr sz="1800">
              <a:solidFill>
                <a:schemeClr val="dk1"/>
              </a:solidFill>
              <a:latin typeface="Avenir"/>
              <a:ea typeface="Avenir"/>
              <a:cs typeface="Avenir"/>
              <a:sym typeface="Aveni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La Presentación debe debe responder directamente a la rúbrica en los siguientes criterios:</a:t>
            </a:r>
            <a:endParaRPr sz="1800">
              <a:solidFill>
                <a:schemeClr val="dk1"/>
              </a:solidFill>
              <a:latin typeface="Avenir"/>
              <a:ea typeface="Avenir"/>
              <a:cs typeface="Avenir"/>
              <a:sym typeface="Aveni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análisis y contexto del caso</a:t>
            </a:r>
            <a:endParaRPr sz="1800">
              <a:solidFill>
                <a:schemeClr val="dk1"/>
              </a:solidFill>
              <a:latin typeface="Avenir"/>
              <a:ea typeface="Avenir"/>
              <a:cs typeface="Avenir"/>
              <a:sym typeface="Aveni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levantamiento  de requisitos </a:t>
            </a:r>
            <a:endParaRPr sz="1800">
              <a:solidFill>
                <a:schemeClr val="dk1"/>
              </a:solidFill>
              <a:latin typeface="Avenir"/>
              <a:ea typeface="Avenir"/>
              <a:cs typeface="Avenir"/>
              <a:sym typeface="Aveni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Lecciones aprendidas </a:t>
            </a:r>
            <a:endParaRPr sz="1800">
              <a:solidFill>
                <a:schemeClr val="dk1"/>
              </a:solidFill>
              <a:latin typeface="Avenir"/>
              <a:ea typeface="Avenir"/>
              <a:cs typeface="Avenir"/>
              <a:sym typeface="Aveni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rPr lang="en-US" sz="1800">
                <a:solidFill>
                  <a:schemeClr val="dk1"/>
                </a:solidFill>
                <a:latin typeface="Avenir"/>
                <a:ea typeface="Avenir"/>
                <a:cs typeface="Avenir"/>
                <a:sym typeface="Avenir"/>
              </a:rPr>
              <a:t>Además la rubrica considera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venir"/>
              <a:ea typeface="Avenir"/>
              <a:cs typeface="Avenir"/>
              <a:sym typeface="Aveni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Metodologia y su argumentación </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claridad y  estructura de la presentación </a:t>
            </a:r>
            <a:endParaRPr sz="1800">
              <a:solidFill>
                <a:schemeClr val="dk1"/>
              </a:solidFill>
              <a:latin typeface="Avenir"/>
              <a:ea typeface="Avenir"/>
              <a:cs typeface="Avenir"/>
              <a:sym typeface="Aveni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venir"/>
                <a:ea typeface="Avenir"/>
                <a:cs typeface="Avenir"/>
                <a:sym typeface="Avenir"/>
              </a:rPr>
              <a:t>Presentación oral</a:t>
            </a:r>
            <a:endParaRPr sz="1800">
              <a:solidFill>
                <a:schemeClr val="dk1"/>
              </a:solidFill>
              <a:latin typeface="Avenir"/>
              <a:ea typeface="Avenir"/>
              <a:cs typeface="Avenir"/>
              <a:sym typeface="Aveni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xperiencia naranja">
  <a:themeElements>
    <a:clrScheme name="Orange Experience">
      <a:dk1>
        <a:srgbClr val="131313"/>
      </a:dk1>
      <a:lt1>
        <a:srgbClr val="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AccentBoxVTI">
  <a:themeElements>
    <a:clrScheme name="AccentBoxVTI">
      <a:dk1>
        <a:srgbClr val="000000"/>
      </a:dk1>
      <a:lt1>
        <a:srgbClr val="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elia.gonzalezg@profesor.duoc.cl</dc:creator>
</cp:coreProperties>
</file>